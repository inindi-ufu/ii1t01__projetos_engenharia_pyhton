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73" r:id="rId2"/>
    <p:sldId id="280" r:id="rId3"/>
    <p:sldId id="274" r:id="rId4"/>
    <p:sldId id="275" r:id="rId5"/>
    <p:sldId id="282" r:id="rId6"/>
    <p:sldId id="284" r:id="rId7"/>
    <p:sldId id="276" r:id="rId8"/>
    <p:sldId id="295" r:id="rId9"/>
    <p:sldId id="288" r:id="rId10"/>
    <p:sldId id="296" r:id="rId11"/>
    <p:sldId id="266" r:id="rId12"/>
    <p:sldId id="268" r:id="rId13"/>
    <p:sldId id="277" r:id="rId14"/>
    <p:sldId id="298" r:id="rId15"/>
    <p:sldId id="29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E5759-EC43-4BF3-AEB0-4614EE35145E}" v="71" dt="2026-04-03T20:13:4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A1824FC7-00A9-4708-B7FB-71BF84356830}"/>
    <pc:docChg chg="undo custSel addSld delSld modSld sldOrd">
      <pc:chgData name="Josué Silva de Morais" userId="f406c2cd-edfc-4057-be10-75858098c663" providerId="ADAL" clId="{A1824FC7-00A9-4708-B7FB-71BF84356830}" dt="2026-04-03T20:15:44.800" v="563" actId="1076"/>
      <pc:docMkLst>
        <pc:docMk/>
      </pc:docMkLst>
      <pc:sldChg chg="modSp mod ord modAnim">
        <pc:chgData name="Josué Silva de Morais" userId="f406c2cd-edfc-4057-be10-75858098c663" providerId="ADAL" clId="{A1824FC7-00A9-4708-B7FB-71BF84356830}" dt="2026-04-03T20:12:44.021" v="546"/>
        <pc:sldMkLst>
          <pc:docMk/>
          <pc:sldMk cId="2960706500" sldId="266"/>
        </pc:sldMkLst>
        <pc:spChg chg="mod">
          <ac:chgData name="Josué Silva de Morais" userId="f406c2cd-edfc-4057-be10-75858098c663" providerId="ADAL" clId="{A1824FC7-00A9-4708-B7FB-71BF84356830}" dt="2026-04-03T19:25:25.467" v="238" actId="20577"/>
          <ac:spMkLst>
            <pc:docMk/>
            <pc:sldMk cId="2960706500" sldId="266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5:51.311" v="258" actId="20577"/>
          <ac:spMkLst>
            <pc:docMk/>
            <pc:sldMk cId="2960706500" sldId="266"/>
            <ac:spMk id="11" creationId="{00000000-0000-0000-0000-000000000000}"/>
          </ac:spMkLst>
        </pc:spChg>
      </pc:sldChg>
      <pc:sldChg chg="modSp mod ord modAnim">
        <pc:chgData name="Josué Silva de Morais" userId="f406c2cd-edfc-4057-be10-75858098c663" providerId="ADAL" clId="{A1824FC7-00A9-4708-B7FB-71BF84356830}" dt="2026-04-03T20:13:20.361" v="554"/>
        <pc:sldMkLst>
          <pc:docMk/>
          <pc:sldMk cId="2200004511" sldId="268"/>
        </pc:sldMkLst>
        <pc:spChg chg="mod">
          <ac:chgData name="Josué Silva de Morais" userId="f406c2cd-edfc-4057-be10-75858098c663" providerId="ADAL" clId="{A1824FC7-00A9-4708-B7FB-71BF84356830}" dt="2026-04-03T20:12:58.797" v="549" actId="1076"/>
          <ac:spMkLst>
            <pc:docMk/>
            <pc:sldMk cId="2200004511" sldId="268"/>
            <ac:spMk id="2" creationId="{1039D9B0-3C49-BFAC-AEF9-CA2795F74817}"/>
          </ac:spMkLst>
        </pc:spChg>
        <pc:spChg chg="mod">
          <ac:chgData name="Josué Silva de Morais" userId="f406c2cd-edfc-4057-be10-75858098c663" providerId="ADAL" clId="{A1824FC7-00A9-4708-B7FB-71BF84356830}" dt="2026-04-03T19:27:22.454" v="277" actId="1037"/>
          <ac:spMkLst>
            <pc:docMk/>
            <pc:sldMk cId="2200004511" sldId="268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6:14.448" v="260" actId="255"/>
          <ac:spMkLst>
            <pc:docMk/>
            <pc:sldMk cId="2200004511" sldId="268"/>
            <ac:spMk id="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6:21.593" v="261" actId="255"/>
          <ac:spMkLst>
            <pc:docMk/>
            <pc:sldMk cId="2200004511" sldId="268"/>
            <ac:spMk id="1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7:03.227" v="265" actId="14100"/>
          <ac:spMkLst>
            <pc:docMk/>
            <pc:sldMk cId="2200004511" sldId="268"/>
            <ac:spMk id="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6:33.575" v="263" actId="255"/>
          <ac:spMkLst>
            <pc:docMk/>
            <pc:sldMk cId="2200004511" sldId="268"/>
            <ac:spMk id="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6:42.450" v="264" actId="255"/>
          <ac:spMkLst>
            <pc:docMk/>
            <pc:sldMk cId="2200004511" sldId="268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7:25.964" v="279" actId="1037"/>
          <ac:spMkLst>
            <pc:docMk/>
            <pc:sldMk cId="2200004511" sldId="268"/>
            <ac:spMk id="5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7:14.195" v="272" actId="1037"/>
          <ac:spMkLst>
            <pc:docMk/>
            <pc:sldMk cId="2200004511" sldId="268"/>
            <ac:spMk id="53" creationId="{00000000-0000-0000-0000-000000000000}"/>
          </ac:spMkLst>
        </pc:spChg>
      </pc:sldChg>
      <pc:sldChg chg="modSp mod">
        <pc:chgData name="Josué Silva de Morais" userId="f406c2cd-edfc-4057-be10-75858098c663" providerId="ADAL" clId="{A1824FC7-00A9-4708-B7FB-71BF84356830}" dt="2026-04-03T20:15:44.800" v="563" actId="1076"/>
        <pc:sldMkLst>
          <pc:docMk/>
          <pc:sldMk cId="2812507238" sldId="273"/>
        </pc:sldMkLst>
        <pc:spChg chg="mod">
          <ac:chgData name="Josué Silva de Morais" userId="f406c2cd-edfc-4057-be10-75858098c663" providerId="ADAL" clId="{A1824FC7-00A9-4708-B7FB-71BF84356830}" dt="2026-04-03T20:15:42.122" v="562" actId="20577"/>
          <ac:spMkLst>
            <pc:docMk/>
            <pc:sldMk cId="2812507238" sldId="273"/>
            <ac:spMk id="2" creationId="{390635AC-08CC-1662-D734-8B6EBA2A2623}"/>
          </ac:spMkLst>
        </pc:spChg>
        <pc:picChg chg="mod">
          <ac:chgData name="Josué Silva de Morais" userId="f406c2cd-edfc-4057-be10-75858098c663" providerId="ADAL" clId="{A1824FC7-00A9-4708-B7FB-71BF84356830}" dt="2026-04-03T20:15:44.800" v="563" actId="1076"/>
          <ac:picMkLst>
            <pc:docMk/>
            <pc:sldMk cId="2812507238" sldId="273"/>
            <ac:picMk id="52" creationId="{00000000-0000-0000-0000-000000000000}"/>
          </ac:picMkLst>
        </pc:picChg>
      </pc:sldChg>
      <pc:sldChg chg="modSp mod ord modAnim">
        <pc:chgData name="Josué Silva de Morais" userId="f406c2cd-edfc-4057-be10-75858098c663" providerId="ADAL" clId="{A1824FC7-00A9-4708-B7FB-71BF84356830}" dt="2026-04-03T20:07:27.117" v="485"/>
        <pc:sldMkLst>
          <pc:docMk/>
          <pc:sldMk cId="4123347722" sldId="274"/>
        </pc:sldMkLst>
        <pc:spChg chg="mod">
          <ac:chgData name="Josué Silva de Morais" userId="f406c2cd-edfc-4057-be10-75858098c663" providerId="ADAL" clId="{A1824FC7-00A9-4708-B7FB-71BF84356830}" dt="2026-04-03T19:28:10.254" v="284" actId="255"/>
          <ac:spMkLst>
            <pc:docMk/>
            <pc:sldMk cId="4123347722" sldId="274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8:15.908" v="285" actId="255"/>
          <ac:spMkLst>
            <pc:docMk/>
            <pc:sldMk cId="4123347722" sldId="274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8:30.803" v="289" actId="20577"/>
          <ac:spMkLst>
            <pc:docMk/>
            <pc:sldMk cId="4123347722" sldId="274"/>
            <ac:spMk id="22" creationId="{00000000-0000-0000-0000-000000000000}"/>
          </ac:spMkLst>
        </pc:spChg>
      </pc:sldChg>
      <pc:sldChg chg="modSp mod ord modAnim">
        <pc:chgData name="Josué Silva de Morais" userId="f406c2cd-edfc-4057-be10-75858098c663" providerId="ADAL" clId="{A1824FC7-00A9-4708-B7FB-71BF84356830}" dt="2026-04-03T20:07:46.486" v="488"/>
        <pc:sldMkLst>
          <pc:docMk/>
          <pc:sldMk cId="3497447478" sldId="275"/>
        </pc:sldMkLst>
        <pc:spChg chg="mod">
          <ac:chgData name="Josué Silva de Morais" userId="f406c2cd-edfc-4057-be10-75858098c663" providerId="ADAL" clId="{A1824FC7-00A9-4708-B7FB-71BF84356830}" dt="2026-04-03T20:06:11.440" v="478" actId="255"/>
          <ac:spMkLst>
            <pc:docMk/>
            <pc:sldMk cId="3497447478" sldId="275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20:06:17.059" v="479" actId="255"/>
          <ac:spMkLst>
            <pc:docMk/>
            <pc:sldMk cId="3497447478" sldId="275"/>
            <ac:spMk id="11" creationId="{00000000-0000-0000-0000-000000000000}"/>
          </ac:spMkLst>
        </pc:spChg>
      </pc:sldChg>
      <pc:sldChg chg="modSp mod modAnim">
        <pc:chgData name="Josué Silva de Morais" userId="f406c2cd-edfc-4057-be10-75858098c663" providerId="ADAL" clId="{A1824FC7-00A9-4708-B7FB-71BF84356830}" dt="2026-04-03T20:07:00.186" v="483"/>
        <pc:sldMkLst>
          <pc:docMk/>
          <pc:sldMk cId="2737975072" sldId="276"/>
        </pc:sldMkLst>
        <pc:spChg chg="mod">
          <ac:chgData name="Josué Silva de Morais" userId="f406c2cd-edfc-4057-be10-75858098c663" providerId="ADAL" clId="{A1824FC7-00A9-4708-B7FB-71BF84356830}" dt="2026-04-03T19:27:39.313" v="280" actId="255"/>
          <ac:spMkLst>
            <pc:docMk/>
            <pc:sldMk cId="2737975072" sldId="276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7:44.633" v="281" actId="255"/>
          <ac:spMkLst>
            <pc:docMk/>
            <pc:sldMk cId="2737975072" sldId="276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7:49.275" v="282" actId="255"/>
          <ac:spMkLst>
            <pc:docMk/>
            <pc:sldMk cId="2737975072" sldId="276"/>
            <ac:spMk id="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7:54.213" v="283" actId="255"/>
          <ac:spMkLst>
            <pc:docMk/>
            <pc:sldMk cId="2737975072" sldId="276"/>
            <ac:spMk id="23" creationId="{00000000-0000-0000-0000-000000000000}"/>
          </ac:spMkLst>
        </pc:spChg>
      </pc:sldChg>
      <pc:sldChg chg="modSp mod ord modAnim">
        <pc:chgData name="Josué Silva de Morais" userId="f406c2cd-edfc-4057-be10-75858098c663" providerId="ADAL" clId="{A1824FC7-00A9-4708-B7FB-71BF84356830}" dt="2026-04-03T20:13:27.421" v="556"/>
        <pc:sldMkLst>
          <pc:docMk/>
          <pc:sldMk cId="1932190083" sldId="277"/>
        </pc:sldMkLst>
        <pc:spChg chg="mod">
          <ac:chgData name="Josué Silva de Morais" userId="f406c2cd-edfc-4057-be10-75858098c663" providerId="ADAL" clId="{A1824FC7-00A9-4708-B7FB-71BF84356830}" dt="2026-04-03T19:36:04.140" v="366" actId="255"/>
          <ac:spMkLst>
            <pc:docMk/>
            <pc:sldMk cId="1932190083" sldId="277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18.816" v="371" actId="20577"/>
          <ac:spMkLst>
            <pc:docMk/>
            <pc:sldMk cId="1932190083" sldId="277"/>
            <ac:spMk id="11" creationId="{00000000-0000-0000-0000-000000000000}"/>
          </ac:spMkLst>
        </pc:spChg>
      </pc:sldChg>
      <pc:sldChg chg="modSp del mod ord">
        <pc:chgData name="Josué Silva de Morais" userId="f406c2cd-edfc-4057-be10-75858098c663" providerId="ADAL" clId="{A1824FC7-00A9-4708-B7FB-71BF84356830}" dt="2026-04-03T19:55:34.106" v="473" actId="47"/>
        <pc:sldMkLst>
          <pc:docMk/>
          <pc:sldMk cId="3132790093" sldId="278"/>
        </pc:sldMkLst>
        <pc:spChg chg="mod">
          <ac:chgData name="Josué Silva de Morais" userId="f406c2cd-edfc-4057-be10-75858098c663" providerId="ADAL" clId="{A1824FC7-00A9-4708-B7FB-71BF84356830}" dt="2026-04-03T19:54:34.261" v="463" actId="20577"/>
          <ac:spMkLst>
            <pc:docMk/>
            <pc:sldMk cId="3132790093" sldId="278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54:48.164" v="468" actId="20577"/>
          <ac:spMkLst>
            <pc:docMk/>
            <pc:sldMk cId="3132790093" sldId="278"/>
            <ac:spMk id="11" creationId="{00000000-0000-0000-0000-000000000000}"/>
          </ac:spMkLst>
        </pc:spChg>
      </pc:sldChg>
      <pc:sldChg chg="ord">
        <pc:chgData name="Josué Silva de Morais" userId="f406c2cd-edfc-4057-be10-75858098c663" providerId="ADAL" clId="{A1824FC7-00A9-4708-B7FB-71BF84356830}" dt="2026-04-03T19:43:08.248" v="444"/>
        <pc:sldMkLst>
          <pc:docMk/>
          <pc:sldMk cId="2294082940" sldId="280"/>
        </pc:sldMkLst>
      </pc:sldChg>
      <pc:sldChg chg="delSp modSp mod ord modAnim">
        <pc:chgData name="Josué Silva de Morais" userId="f406c2cd-edfc-4057-be10-75858098c663" providerId="ADAL" clId="{A1824FC7-00A9-4708-B7FB-71BF84356830}" dt="2026-04-03T20:07:58.582" v="489"/>
        <pc:sldMkLst>
          <pc:docMk/>
          <pc:sldMk cId="1366224465" sldId="282"/>
        </pc:sldMkLst>
        <pc:spChg chg="mod">
          <ac:chgData name="Josué Silva de Morais" userId="f406c2cd-edfc-4057-be10-75858098c663" providerId="ADAL" clId="{A1824FC7-00A9-4708-B7FB-71BF84356830}" dt="2026-04-03T19:34:40.133" v="358" actId="14100"/>
          <ac:spMkLst>
            <pc:docMk/>
            <pc:sldMk cId="1366224465" sldId="282"/>
            <ac:spMk id="2" creationId="{CB2EB340-5D05-C158-C2E6-32543AF1EDAE}"/>
          </ac:spMkLst>
        </pc:spChg>
        <pc:spChg chg="mod">
          <ac:chgData name="Josué Silva de Morais" userId="f406c2cd-edfc-4057-be10-75858098c663" providerId="ADAL" clId="{A1824FC7-00A9-4708-B7FB-71BF84356830}" dt="2026-04-03T19:29:00.032" v="292" actId="1076"/>
          <ac:spMkLst>
            <pc:docMk/>
            <pc:sldMk cId="1366224465" sldId="282"/>
            <ac:spMk id="10" creationId="{00000000-0000-0000-0000-000000000000}"/>
          </ac:spMkLst>
        </pc:spChg>
        <pc:spChg chg="mod ord">
          <ac:chgData name="Josué Silva de Morais" userId="f406c2cd-edfc-4057-be10-75858098c663" providerId="ADAL" clId="{A1824FC7-00A9-4708-B7FB-71BF84356830}" dt="2026-04-03T19:31:40.829" v="326" actId="1076"/>
          <ac:spMkLst>
            <pc:docMk/>
            <pc:sldMk cId="1366224465" sldId="282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29:23.500" v="299" actId="1076"/>
          <ac:spMkLst>
            <pc:docMk/>
            <pc:sldMk cId="1366224465" sldId="282"/>
            <ac:spMk id="16" creationId="{00000000-0000-0000-0000-000000000000}"/>
          </ac:spMkLst>
        </pc:spChg>
        <pc:spChg chg="del">
          <ac:chgData name="Josué Silva de Morais" userId="f406c2cd-edfc-4057-be10-75858098c663" providerId="ADAL" clId="{A1824FC7-00A9-4708-B7FB-71BF84356830}" dt="2026-04-03T19:29:28.760" v="300" actId="478"/>
          <ac:spMkLst>
            <pc:docMk/>
            <pc:sldMk cId="1366224465" sldId="282"/>
            <ac:spMk id="18" creationId="{00000000-0000-0000-0000-000000000000}"/>
          </ac:spMkLst>
        </pc:spChg>
        <pc:spChg chg="del">
          <ac:chgData name="Josué Silva de Morais" userId="f406c2cd-edfc-4057-be10-75858098c663" providerId="ADAL" clId="{A1824FC7-00A9-4708-B7FB-71BF84356830}" dt="2026-04-03T19:29:28.760" v="300" actId="478"/>
          <ac:spMkLst>
            <pc:docMk/>
            <pc:sldMk cId="1366224465" sldId="282"/>
            <ac:spMk id="1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1:55.520" v="329" actId="1076"/>
          <ac:spMkLst>
            <pc:docMk/>
            <pc:sldMk cId="1366224465" sldId="282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2:05.336" v="331" actId="1076"/>
          <ac:spMkLst>
            <pc:docMk/>
            <pc:sldMk cId="1366224465" sldId="282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1:55.520" v="329" actId="1076"/>
          <ac:spMkLst>
            <pc:docMk/>
            <pc:sldMk cId="1366224465" sldId="282"/>
            <ac:spMk id="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1:55.520" v="329" actId="1076"/>
          <ac:spMkLst>
            <pc:docMk/>
            <pc:sldMk cId="1366224465" sldId="282"/>
            <ac:spMk id="2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1:55.520" v="329" actId="1076"/>
          <ac:spMkLst>
            <pc:docMk/>
            <pc:sldMk cId="1366224465" sldId="282"/>
            <ac:spMk id="2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4:18.977" v="351" actId="1076"/>
          <ac:spMkLst>
            <pc:docMk/>
            <pc:sldMk cId="1366224465" sldId="282"/>
            <ac:spMk id="2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4:12.899" v="350" actId="1076"/>
          <ac:spMkLst>
            <pc:docMk/>
            <pc:sldMk cId="1366224465" sldId="282"/>
            <ac:spMk id="2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3:50.005" v="346" actId="14100"/>
          <ac:spMkLst>
            <pc:docMk/>
            <pc:sldMk cId="1366224465" sldId="282"/>
            <ac:spMk id="2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4:08.489" v="349" actId="1076"/>
          <ac:spMkLst>
            <pc:docMk/>
            <pc:sldMk cId="1366224465" sldId="282"/>
            <ac:spMk id="2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3:54.454" v="347" actId="14100"/>
          <ac:spMkLst>
            <pc:docMk/>
            <pc:sldMk cId="1366224465" sldId="282"/>
            <ac:spMk id="3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2:35.420" v="335" actId="14100"/>
          <ac:spMkLst>
            <pc:docMk/>
            <pc:sldMk cId="1366224465" sldId="282"/>
            <ac:spMk id="3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2:29.091" v="334" actId="14100"/>
          <ac:spMkLst>
            <pc:docMk/>
            <pc:sldMk cId="1366224465" sldId="282"/>
            <ac:spMk id="3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2:59.368" v="339" actId="1076"/>
          <ac:spMkLst>
            <pc:docMk/>
            <pc:sldMk cId="1366224465" sldId="282"/>
            <ac:spMk id="3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2:59.368" v="339" actId="1076"/>
          <ac:spMkLst>
            <pc:docMk/>
            <pc:sldMk cId="1366224465" sldId="282"/>
            <ac:spMk id="3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4:57.607" v="363" actId="20577"/>
          <ac:spMkLst>
            <pc:docMk/>
            <pc:sldMk cId="1366224465" sldId="282"/>
            <ac:spMk id="40" creationId="{00000000-0000-0000-0000-000000000000}"/>
          </ac:spMkLst>
        </pc:spChg>
      </pc:sldChg>
      <pc:sldChg chg="modSp mod ord modAnim">
        <pc:chgData name="Josué Silva de Morais" userId="f406c2cd-edfc-4057-be10-75858098c663" providerId="ADAL" clId="{A1824FC7-00A9-4708-B7FB-71BF84356830}" dt="2026-04-03T20:05:47.848" v="477"/>
        <pc:sldMkLst>
          <pc:docMk/>
          <pc:sldMk cId="1302398706" sldId="284"/>
        </pc:sldMkLst>
        <pc:spChg chg="mod">
          <ac:chgData name="Josué Silva de Morais" userId="f406c2cd-edfc-4057-be10-75858098c663" providerId="ADAL" clId="{A1824FC7-00A9-4708-B7FB-71BF84356830}" dt="2026-04-03T19:39:38.604" v="413" actId="20577"/>
          <ac:spMkLst>
            <pc:docMk/>
            <pc:sldMk cId="1302398706" sldId="284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40:10.421" v="420" actId="6549"/>
          <ac:spMkLst>
            <pc:docMk/>
            <pc:sldMk cId="1302398706" sldId="284"/>
            <ac:spMk id="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41:33.930" v="432" actId="255"/>
          <ac:spMkLst>
            <pc:docMk/>
            <pc:sldMk cId="1302398706" sldId="284"/>
            <ac:spMk id="1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41:50.946" v="438" actId="255"/>
          <ac:spMkLst>
            <pc:docMk/>
            <pc:sldMk cId="1302398706" sldId="284"/>
            <ac:spMk id="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3:32.752" v="45"/>
          <ac:spMkLst>
            <pc:docMk/>
            <pc:sldMk cId="1302398706" sldId="284"/>
            <ac:spMk id="3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3:32.752" v="46"/>
          <ac:spMkLst>
            <pc:docMk/>
            <pc:sldMk cId="1302398706" sldId="284"/>
            <ac:spMk id="33" creationId="{00000000-0000-0000-0000-000000000000}"/>
          </ac:spMkLst>
        </pc:spChg>
      </pc:sldChg>
      <pc:sldChg chg="del">
        <pc:chgData name="Josué Silva de Morais" userId="f406c2cd-edfc-4057-be10-75858098c663" providerId="ADAL" clId="{A1824FC7-00A9-4708-B7FB-71BF84356830}" dt="2026-04-03T18:22:41.497" v="11"/>
        <pc:sldMkLst>
          <pc:docMk/>
          <pc:sldMk cId="1037892257" sldId="286"/>
        </pc:sldMkLst>
      </pc:sldChg>
      <pc:sldChg chg="modSp mod modAnim">
        <pc:chgData name="Josué Silva de Morais" userId="f406c2cd-edfc-4057-be10-75858098c663" providerId="ADAL" clId="{A1824FC7-00A9-4708-B7FB-71BF84356830}" dt="2026-04-03T20:11:12.128" v="528"/>
        <pc:sldMkLst>
          <pc:docMk/>
          <pc:sldMk cId="230226534" sldId="288"/>
        </pc:sldMkLst>
        <pc:spChg chg="mod">
          <ac:chgData name="Josué Silva de Morais" userId="f406c2cd-edfc-4057-be10-75858098c663" providerId="ADAL" clId="{A1824FC7-00A9-4708-B7FB-71BF84356830}" dt="2026-04-03T18:23:27.244" v="37" actId="1076"/>
          <ac:spMkLst>
            <pc:docMk/>
            <pc:sldMk cId="230226534" sldId="288"/>
            <ac:spMk id="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20.993" v="61" actId="1076"/>
          <ac:spMkLst>
            <pc:docMk/>
            <pc:sldMk cId="230226534" sldId="288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20.993" v="61" actId="1076"/>
          <ac:spMkLst>
            <pc:docMk/>
            <pc:sldMk cId="230226534" sldId="288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20.993" v="61" actId="1076"/>
          <ac:spMkLst>
            <pc:docMk/>
            <pc:sldMk cId="230226534" sldId="288"/>
            <ac:spMk id="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3:48.494" v="58" actId="1076"/>
          <ac:spMkLst>
            <pc:docMk/>
            <pc:sldMk cId="230226534" sldId="288"/>
            <ac:spMk id="4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3:32.694" v="38" actId="1076"/>
          <ac:spMkLst>
            <pc:docMk/>
            <pc:sldMk cId="230226534" sldId="288"/>
            <ac:spMk id="8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00.502" v="59" actId="1076"/>
          <ac:spMkLst>
            <pc:docMk/>
            <pc:sldMk cId="230226534" sldId="288"/>
            <ac:spMk id="9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00.502" v="59" actId="1076"/>
          <ac:spMkLst>
            <pc:docMk/>
            <pc:sldMk cId="230226534" sldId="288"/>
            <ac:spMk id="9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00.502" v="59" actId="1076"/>
          <ac:spMkLst>
            <pc:docMk/>
            <pc:sldMk cId="230226534" sldId="288"/>
            <ac:spMk id="92" creationId="{00000000-0000-0000-0000-000000000000}"/>
          </ac:spMkLst>
        </pc:spChg>
      </pc:sldChg>
      <pc:sldChg chg="del">
        <pc:chgData name="Josué Silva de Morais" userId="f406c2cd-edfc-4057-be10-75858098c663" providerId="ADAL" clId="{A1824FC7-00A9-4708-B7FB-71BF84356830}" dt="2026-04-03T18:22:43.240" v="13"/>
        <pc:sldMkLst>
          <pc:docMk/>
          <pc:sldMk cId="1704344804" sldId="290"/>
        </pc:sldMkLst>
      </pc:sldChg>
      <pc:sldChg chg="del">
        <pc:chgData name="Josué Silva de Morais" userId="f406c2cd-edfc-4057-be10-75858098c663" providerId="ADAL" clId="{A1824FC7-00A9-4708-B7FB-71BF84356830}" dt="2026-04-03T18:21:08.361" v="1"/>
        <pc:sldMkLst>
          <pc:docMk/>
          <pc:sldMk cId="2529897850" sldId="291"/>
        </pc:sldMkLst>
      </pc:sldChg>
      <pc:sldChg chg="add del">
        <pc:chgData name="Josué Silva de Morais" userId="f406c2cd-edfc-4057-be10-75858098c663" providerId="ADAL" clId="{A1824FC7-00A9-4708-B7FB-71BF84356830}" dt="2026-04-03T18:22:50.613" v="17"/>
        <pc:sldMkLst>
          <pc:docMk/>
          <pc:sldMk cId="2114119724" sldId="292"/>
        </pc:sldMkLst>
      </pc:sldChg>
      <pc:sldChg chg="modSp new del mod">
        <pc:chgData name="Josué Silva de Morais" userId="f406c2cd-edfc-4057-be10-75858098c663" providerId="ADAL" clId="{A1824FC7-00A9-4708-B7FB-71BF84356830}" dt="2026-04-03T18:22:17.157" v="9"/>
        <pc:sldMkLst>
          <pc:docMk/>
          <pc:sldMk cId="3740270554" sldId="293"/>
        </pc:sldMkLst>
        <pc:spChg chg="mod">
          <ac:chgData name="Josué Silva de Morais" userId="f406c2cd-edfc-4057-be10-75858098c663" providerId="ADAL" clId="{A1824FC7-00A9-4708-B7FB-71BF84356830}" dt="2026-04-03T18:21:31.060" v="7"/>
          <ac:spMkLst>
            <pc:docMk/>
            <pc:sldMk cId="3740270554" sldId="293"/>
            <ac:spMk id="2" creationId="{D18788C9-BD7A-95A4-AAAE-660098ECA0CC}"/>
          </ac:spMkLst>
        </pc:spChg>
      </pc:sldChg>
      <pc:sldChg chg="add del">
        <pc:chgData name="Josué Silva de Morais" userId="f406c2cd-edfc-4057-be10-75858098c663" providerId="ADAL" clId="{A1824FC7-00A9-4708-B7FB-71BF84356830}" dt="2026-04-03T18:22:44.844" v="15"/>
        <pc:sldMkLst>
          <pc:docMk/>
          <pc:sldMk cId="718205986" sldId="294"/>
        </pc:sldMkLst>
      </pc:sldChg>
      <pc:sldChg chg="modSp add mod modAnim">
        <pc:chgData name="Josué Silva de Morais" userId="f406c2cd-edfc-4057-be10-75858098c663" providerId="ADAL" clId="{A1824FC7-00A9-4708-B7FB-71BF84356830}" dt="2026-04-03T20:10:14.355" v="525"/>
        <pc:sldMkLst>
          <pc:docMk/>
          <pc:sldMk cId="3213603057" sldId="295"/>
        </pc:sldMkLst>
        <pc:spChg chg="mod">
          <ac:chgData name="Josué Silva de Morais" userId="f406c2cd-edfc-4057-be10-75858098c663" providerId="ADAL" clId="{A1824FC7-00A9-4708-B7FB-71BF84356830}" dt="2026-04-03T19:36:57.373" v="394" actId="1038"/>
          <ac:spMkLst>
            <pc:docMk/>
            <pc:sldMk cId="3213603057" sldId="295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30.180" v="372" actId="14100"/>
          <ac:spMkLst>
            <pc:docMk/>
            <pc:sldMk cId="3213603057" sldId="295"/>
            <ac:spMk id="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1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50:15.095" v="451" actId="1035"/>
          <ac:spMkLst>
            <pc:docMk/>
            <pc:sldMk cId="3213603057" sldId="295"/>
            <ac:spMk id="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1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7:20.240" v="398" actId="1076"/>
          <ac:spMkLst>
            <pc:docMk/>
            <pc:sldMk cId="3213603057" sldId="295"/>
            <ac:spMk id="1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57.373" v="394" actId="1038"/>
          <ac:spMkLst>
            <pc:docMk/>
            <pc:sldMk cId="3213603057" sldId="295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57.124" v="88"/>
          <ac:spMkLst>
            <pc:docMk/>
            <pc:sldMk cId="3213603057" sldId="295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57.130" v="100"/>
          <ac:spMkLst>
            <pc:docMk/>
            <pc:sldMk cId="3213603057" sldId="295"/>
            <ac:spMk id="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57.137" v="108"/>
          <ac:spMkLst>
            <pc:docMk/>
            <pc:sldMk cId="3213603057" sldId="295"/>
            <ac:spMk id="2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2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2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6:46.398" v="373" actId="1076"/>
          <ac:spMkLst>
            <pc:docMk/>
            <pc:sldMk cId="3213603057" sldId="295"/>
            <ac:spMk id="2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37:07.855" v="395" actId="1076"/>
          <ac:spMkLst>
            <pc:docMk/>
            <pc:sldMk cId="3213603057" sldId="295"/>
            <ac:spMk id="2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44:27.385" v="447" actId="1076"/>
          <ac:spMkLst>
            <pc:docMk/>
            <pc:sldMk cId="3213603057" sldId="295"/>
            <ac:spMk id="2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57.126" v="92"/>
          <ac:spMkLst>
            <pc:docMk/>
            <pc:sldMk cId="3213603057" sldId="295"/>
            <ac:spMk id="6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57.144" v="120"/>
          <ac:spMkLst>
            <pc:docMk/>
            <pc:sldMk cId="3213603057" sldId="295"/>
            <ac:spMk id="6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4:57.158" v="140"/>
          <ac:spMkLst>
            <pc:docMk/>
            <pc:sldMk cId="3213603057" sldId="295"/>
            <ac:spMk id="6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44:27.385" v="447" actId="1076"/>
          <ac:spMkLst>
            <pc:docMk/>
            <pc:sldMk cId="3213603057" sldId="295"/>
            <ac:spMk id="6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20:09:45.524" v="510" actId="1076"/>
          <ac:spMkLst>
            <pc:docMk/>
            <pc:sldMk cId="3213603057" sldId="295"/>
            <ac:spMk id="64" creationId="{00000000-0000-0000-0000-000000000000}"/>
          </ac:spMkLst>
        </pc:spChg>
        <pc:picChg chg="mod">
          <ac:chgData name="Josué Silva de Morais" userId="f406c2cd-edfc-4057-be10-75858098c663" providerId="ADAL" clId="{A1824FC7-00A9-4708-B7FB-71BF84356830}" dt="2026-04-03T18:27:06.994" v="188" actId="1076"/>
          <ac:picMkLst>
            <pc:docMk/>
            <pc:sldMk cId="3213603057" sldId="295"/>
            <ac:picMk id="65" creationId="{00000000-0000-0000-0000-000000000000}"/>
          </ac:picMkLst>
        </pc:picChg>
      </pc:sldChg>
      <pc:sldChg chg="delSp modSp add mod modAnim">
        <pc:chgData name="Josué Silva de Morais" userId="f406c2cd-edfc-4057-be10-75858098c663" providerId="ADAL" clId="{A1824FC7-00A9-4708-B7FB-71BF84356830}" dt="2026-04-03T20:12:22.164" v="543" actId="14100"/>
        <pc:sldMkLst>
          <pc:docMk/>
          <pc:sldMk cId="1972935069" sldId="296"/>
        </pc:sldMkLst>
        <pc:spChg chg="mod">
          <ac:chgData name="Josué Silva de Morais" userId="f406c2cd-edfc-4057-be10-75858098c663" providerId="ADAL" clId="{A1824FC7-00A9-4708-B7FB-71BF84356830}" dt="2026-04-03T18:26:11.867" v="175" actId="115"/>
          <ac:spMkLst>
            <pc:docMk/>
            <pc:sldMk cId="1972935069" sldId="296"/>
            <ac:spMk id="2" creationId="{D0F1887E-6CE5-4E5C-E952-4440AD983752}"/>
          </ac:spMkLst>
        </pc:spChg>
        <pc:spChg chg="mod">
          <ac:chgData name="Josué Silva de Morais" userId="f406c2cd-edfc-4057-be10-75858098c663" providerId="ADAL" clId="{A1824FC7-00A9-4708-B7FB-71BF84356830}" dt="2026-04-03T18:26:06.220" v="173" actId="20577"/>
          <ac:spMkLst>
            <pc:docMk/>
            <pc:sldMk cId="1972935069" sldId="296"/>
            <ac:spMk id="1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8:25:26.042" v="164" actId="1076"/>
          <ac:spMkLst>
            <pc:docMk/>
            <pc:sldMk cId="1972935069" sldId="296"/>
            <ac:spMk id="101" creationId="{00000000-0000-0000-0000-000000000000}"/>
          </ac:spMkLst>
        </pc:spChg>
        <pc:graphicFrameChg chg="mod modGraphic">
          <ac:chgData name="Josué Silva de Morais" userId="f406c2cd-edfc-4057-be10-75858098c663" providerId="ADAL" clId="{A1824FC7-00A9-4708-B7FB-71BF84356830}" dt="2026-04-03T20:12:22.164" v="543" actId="14100"/>
          <ac:graphicFrameMkLst>
            <pc:docMk/>
            <pc:sldMk cId="1972935069" sldId="296"/>
            <ac:graphicFrameMk id="4" creationId="{8ACA6A54-6E93-4617-ADDC-199D47E91B1D}"/>
          </ac:graphicFrameMkLst>
        </pc:graphicFrameChg>
        <pc:picChg chg="del">
          <ac:chgData name="Josué Silva de Morais" userId="f406c2cd-edfc-4057-be10-75858098c663" providerId="ADAL" clId="{A1824FC7-00A9-4708-B7FB-71BF84356830}" dt="2026-04-03T18:26:20.363" v="176" actId="478"/>
          <ac:picMkLst>
            <pc:docMk/>
            <pc:sldMk cId="1972935069" sldId="296"/>
            <ac:picMk id="102" creationId="{00000000-0000-0000-0000-000000000000}"/>
          </ac:picMkLst>
        </pc:picChg>
      </pc:sldChg>
      <pc:sldChg chg="modSp add mod modAnim">
        <pc:chgData name="Josué Silva de Morais" userId="f406c2cd-edfc-4057-be10-75858098c663" providerId="ADAL" clId="{A1824FC7-00A9-4708-B7FB-71BF84356830}" dt="2026-04-03T20:13:42.588" v="560"/>
        <pc:sldMkLst>
          <pc:docMk/>
          <pc:sldMk cId="103767447" sldId="297"/>
        </pc:sldMkLst>
        <pc:spChg chg="mod">
          <ac:chgData name="Josué Silva de Morais" userId="f406c2cd-edfc-4057-be10-75858098c663" providerId="ADAL" clId="{A1824FC7-00A9-4708-B7FB-71BF84356830}" dt="2026-04-03T19:39:07.922" v="408" actId="1076"/>
          <ac:spMkLst>
            <pc:docMk/>
            <pc:sldMk cId="103767447" sldId="297"/>
            <ac:spMk id="2" creationId="{D18788C9-BD7A-95A4-AAAE-660098ECA0CC}"/>
          </ac:spMkLst>
        </pc:spChg>
        <pc:spChg chg="mod">
          <ac:chgData name="Josué Silva de Morais" userId="f406c2cd-edfc-4057-be10-75858098c663" providerId="ADAL" clId="{A1824FC7-00A9-4708-B7FB-71BF84356830}" dt="2026-04-03T19:55:12.160" v="471" actId="255"/>
          <ac:spMkLst>
            <pc:docMk/>
            <pc:sldMk cId="103767447" sldId="297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4-03T19:55:19.114" v="472" actId="255"/>
          <ac:spMkLst>
            <pc:docMk/>
            <pc:sldMk cId="103767447" sldId="297"/>
            <ac:spMk id="11" creationId="{00000000-0000-0000-0000-000000000000}"/>
          </ac:spMkLst>
        </pc:spChg>
        <pc:picChg chg="mod">
          <ac:chgData name="Josué Silva de Morais" userId="f406c2cd-edfc-4057-be10-75858098c663" providerId="ADAL" clId="{A1824FC7-00A9-4708-B7FB-71BF84356830}" dt="2026-04-03T19:39:10.282" v="409" actId="1076"/>
          <ac:picMkLst>
            <pc:docMk/>
            <pc:sldMk cId="103767447" sldId="297"/>
            <ac:picMk id="12" creationId="{00000000-0000-0000-0000-000000000000}"/>
          </ac:picMkLst>
        </pc:picChg>
      </pc:sldChg>
      <pc:sldChg chg="modSp add mod modAnim">
        <pc:chgData name="Josué Silva de Morais" userId="f406c2cd-edfc-4057-be10-75858098c663" providerId="ADAL" clId="{A1824FC7-00A9-4708-B7FB-71BF84356830}" dt="2026-04-03T20:13:34.197" v="558"/>
        <pc:sldMkLst>
          <pc:docMk/>
          <pc:sldMk cId="3183213058" sldId="298"/>
        </pc:sldMkLst>
        <pc:spChg chg="mod">
          <ac:chgData name="Josué Silva de Morais" userId="f406c2cd-edfc-4057-be10-75858098c663" providerId="ADAL" clId="{A1824FC7-00A9-4708-B7FB-71BF84356830}" dt="2026-04-03T19:52:01.334" v="458" actId="108"/>
          <ac:spMkLst>
            <pc:docMk/>
            <pc:sldMk cId="3183213058" sldId="298"/>
            <ac:spMk id="200" creationId="{00000000-0000-0000-0000-000000000000}"/>
          </ac:spMkLst>
        </pc:spChg>
        <pc:picChg chg="mod">
          <ac:chgData name="Josué Silva de Morais" userId="f406c2cd-edfc-4057-be10-75858098c663" providerId="ADAL" clId="{A1824FC7-00A9-4708-B7FB-71BF84356830}" dt="2026-04-03T18:27:00.195" v="187" actId="1076"/>
          <ac:picMkLst>
            <pc:docMk/>
            <pc:sldMk cId="3183213058" sldId="298"/>
            <ac:picMk id="201" creationId="{00000000-0000-0000-0000-000000000000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rPr lang="pt-BR" sz="1600" b="1" dirty="0">
                <a:solidFill>
                  <a:srgbClr val="F0F4F8"/>
                </a:solidFill>
              </a:rPr>
              <a:t>Vout Máximo vs Faixa de R3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Vout Máx (V)</c:v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F0F4F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1k-10k</c:v>
              </c:pt>
              <c:pt idx="1">
                <c:v>10k-33k</c:v>
              </c:pt>
              <c:pt idx="2">
                <c:v>33k-68k</c:v>
              </c:pt>
              <c:pt idx="3">
                <c:v>68k-150k</c:v>
              </c:pt>
              <c:pt idx="4">
                <c:v>150k-330k</c:v>
              </c:pt>
              <c:pt idx="5">
                <c:v>330k-500k</c:v>
              </c:pt>
            </c:strLit>
          </c:cat>
          <c:val>
            <c:numLit>
              <c:formatCode>General</c:formatCode>
              <c:ptCount val="6"/>
              <c:pt idx="0">
                <c:v>4.95</c:v>
              </c:pt>
              <c:pt idx="1">
                <c:v>4.87</c:v>
              </c:pt>
              <c:pt idx="2">
                <c:v>4.72</c:v>
              </c:pt>
              <c:pt idx="3">
                <c:v>4.6100000000000003</c:v>
              </c:pt>
              <c:pt idx="4">
                <c:v>4.53</c:v>
              </c:pt>
              <c:pt idx="5">
                <c:v>4.5</c:v>
              </c:pt>
            </c:numLit>
          </c:val>
          <c:extLst>
            <c:ext xmlns:c16="http://schemas.microsoft.com/office/drawing/2014/chart" uri="{C3380CC4-5D6E-409C-BE32-E72D297353CC}">
              <c16:uniqueId val="{00000000-9B1F-4473-9D84-14EE08D8EE78}"/>
            </c:ext>
          </c:extLst>
        </c:ser>
        <c:ser>
          <c:idx val="1"/>
          <c:order val="1"/>
          <c:tx>
            <c:v>Vout Mín (V)</c:v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F0F4F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1k-10k</c:v>
              </c:pt>
              <c:pt idx="1">
                <c:v>10k-33k</c:v>
              </c:pt>
              <c:pt idx="2">
                <c:v>33k-68k</c:v>
              </c:pt>
              <c:pt idx="3">
                <c:v>68k-150k</c:v>
              </c:pt>
              <c:pt idx="4">
                <c:v>150k-330k</c:v>
              </c:pt>
              <c:pt idx="5">
                <c:v>330k-500k</c:v>
              </c:pt>
            </c:strLit>
          </c:cat>
          <c:val>
            <c:numLit>
              <c:formatCode>General</c:formatCode>
              <c:ptCount val="6"/>
              <c:pt idx="0">
                <c:v>0.08</c:v>
              </c:pt>
              <c:pt idx="1">
                <c:v>0.15</c:v>
              </c:pt>
              <c:pt idx="2">
                <c:v>0.28999999999999998</c:v>
              </c:pt>
              <c:pt idx="3">
                <c:v>0.42</c:v>
              </c:pt>
              <c:pt idx="4">
                <c:v>0.51</c:v>
              </c:pt>
              <c:pt idx="5">
                <c:v>0.55000000000000004</c:v>
              </c:pt>
            </c:numLit>
          </c:val>
          <c:extLst>
            <c:ext xmlns:c16="http://schemas.microsoft.com/office/drawing/2014/chart" uri="{C3380CC4-5D6E-409C-BE32-E72D297353CC}">
              <c16:uniqueId val="{00000001-9B1F-4473-9D84-14EE08D8E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A0B4C8"/>
                </a:solidFill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5.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A0B4C8"/>
                </a:solidFill>
              </a:defRPr>
            </a:pPr>
            <a:endParaRPr lang="pt-BR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F0F4F8"/>
              </a:solidFill>
            </a:defRPr>
          </a:pPr>
          <a:endParaRPr lang="pt-BR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C4DA1-F816-475D-B99E-251C5292CDB8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D1CD6-8A61-4652-8F7F-D018DD73EB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34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D1CD6-8A61-4652-8F7F-D018DD73EB8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68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138C-2BCB-F972-D43E-EEE3A192E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D81BE8-7F22-D792-BC82-92F8231E9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EA6A7E-B711-930C-2ACC-22FFE8EB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4C2260-3879-3B47-1C3F-1A0166F1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7894A-7188-67A2-395E-7D9A2DFF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09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A3EE5-946A-7CD2-E75E-A91FDFFB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1E7F4B-CAD7-9D1F-7AA0-F73219B61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C8B32F-B386-41E5-72CE-736A7ACE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53C466-DA6D-074C-6CA7-3E953D26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7FE883-CE4E-8ABE-06A4-DA20B49B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83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5A4A5-3EC4-20B8-11E2-9FF6FA59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CBA231-928F-0A20-F891-B02A00A6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B3582-6919-CCDF-4C0A-504CAF67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87041B-5B9D-BADE-9D22-66C19AF5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1C258-9C1C-70AC-DFCE-E7B5128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454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A8875-81D2-C177-6734-BD71897D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A99A1-786A-D826-05DD-6CFCD59FE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F2DD25-DCA1-22BA-A0A5-BC9DD0BCE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FEF808-22F7-537E-A612-E2C800B4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18A95B-EF9F-6B66-BF19-62FF1645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D01EFF-FF5F-D4E9-7D6B-06FE3344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42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B934D-D5AA-C41A-516C-C19D30E3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F72388-69AA-6F9D-2EF2-2C5184CA5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D3F9C9-1EC8-ECDE-DC53-EB9443455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3DD196-D136-3B6C-719A-DDA8F6B6D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B0845D-6EB9-96B4-65C4-36DF8F0C7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C6FC1C-AC07-6C34-9B3A-5BA9453A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ADB86A-DA0C-7895-4AFB-A1106091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E88086-E091-C899-E0BC-DFDE87E1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00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2A336-9E0E-7B9C-9B74-5BE25123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761B45-D77A-89D9-C033-8B5985C1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92445B-21D5-C1CA-D100-B50BCD2F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4631EC-53C1-5208-CCB8-81AF741C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85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B8BB32-43DB-F12F-396E-FA20EABD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F85569-552A-65CA-39AF-799672DA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2EF5A3-8E42-55BE-65E5-690BB867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06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CEBE5-A8CC-890C-3410-58F54724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57541-475F-063D-3F4F-F2ACDA3DC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E21D6-4074-FDAA-4AF9-CD1BD3CB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6A4F0C-7B54-87F9-9876-4B696301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FFD6FF-922B-22D5-FEDD-9654DA56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D7F8D3-FA09-7FC6-2A92-02EC7BC2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97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91523-01D0-CCCD-6B34-F80A5546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906404-6DE1-251C-A648-D40B67883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CFC608-A370-C815-1C49-0BB5A919C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868918-8ED7-F761-F496-A3EF0B5E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8C7C04-5C3F-68BE-E476-875DA6CE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8412A5-96B5-5AB9-5533-88C8B07C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69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4CC53-73B0-DA7F-C626-CD84C2CE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0B92EF-69C0-83C4-C1BD-B3F9FF3ED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97463A-DD7A-9328-878F-EF79DEDF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2BD667-F125-75AF-AED5-07E69053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517CE-5A5F-44AC-0859-7635B444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57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351C52-98FD-CA72-A6C2-2D808F1EA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6C74A9-37AB-9D50-AA74-D50FBE9F7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00C849-0B3D-87DE-45D3-23DEDDD2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A13D6-A5FE-75C8-5E20-7D3AE2E2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57B14-D5DD-4B2E-C50F-C0B1D845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939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40"/>
            </a:gs>
            <a:gs pos="100000">
              <a:srgbClr val="0A19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5D8071-7927-47F4-A847-33776B85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828F91-B6B1-8AEC-7CEA-21343F77E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E4E650-CC9A-C3C1-811D-FFCDCD54D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A6326-BA4C-486F-B560-28A57623C469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8CD60F-1934-F6A0-1BEE-FBD5BC57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B289AE-7AA7-B540-4FEE-6EDF40732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00B4D8"/>
              </a:gs>
              <a:gs pos="50000">
                <a:srgbClr val="667EEA"/>
              </a:gs>
              <a:gs pos="100000">
                <a:srgbClr val="00B4D8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TopAccent"/>
          <p:cNvSpPr/>
          <p:nvPr userDrawn="1"/>
        </p:nvSpPr>
        <p:spPr>
          <a:xfrm>
            <a:off x="0" y="0"/>
            <a:ext cx="3048000" cy="76200"/>
          </a:xfrm>
          <a:prstGeom prst="rect">
            <a:avLst/>
          </a:prstGeom>
          <a:gradFill>
            <a:gsLst>
              <a:gs pos="0">
                <a:srgbClr val="00B4D8">
                  <a:alpha val="80000"/>
                </a:srgbClr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01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BD5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BD5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CBD5E0"/>
          </a:solidFill>
        </a:defRPr>
      </a:defPPr>
      <a:lvl1pPr marL="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635AC-08CC-1662-D734-8B6EBA2A2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2500"/>
            <a:ext cx="9144000" cy="22225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4000" b="1" dirty="0">
                <a:solidFill>
                  <a:srgbClr val="F0F4F8"/>
                </a:solidFill>
              </a:rPr>
              <a:t>Condicionador de Sinais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F9432F-3D06-FC7B-B5DF-3CA6F05D8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9000"/>
            <a:ext cx="9144000" cy="454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1800" dirty="0">
                <a:solidFill>
                  <a:srgbClr val="A0B4C8"/>
                </a:solidFill>
              </a:rPr>
              <a:t>Resolvendo problemas com Python na Engenharia</a:t>
            </a:r>
          </a:p>
        </p:txBody>
      </p:sp>
      <p:sp>
        <p:nvSpPr>
          <p:cNvPr id="50" name="DecorLine"/>
          <p:cNvSpPr/>
          <p:nvPr/>
        </p:nvSpPr>
        <p:spPr>
          <a:xfrm>
            <a:off x="3556000" y="5080000"/>
            <a:ext cx="5080000" cy="27000"/>
          </a:xfrm>
          <a:prstGeom prst="rect">
            <a:avLst/>
          </a:prstGeom>
          <a:gradFill>
            <a:gsLst>
              <a:gs pos="0">
                <a:srgbClr val="00B4D8">
                  <a:alpha val="0"/>
                </a:srgbClr>
              </a:gs>
              <a:gs pos="50000">
                <a:srgbClr val="00B4D8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" name="Objective"/>
          <p:cNvSpPr txBox="1"/>
          <p:nvPr/>
        </p:nvSpPr>
        <p:spPr>
          <a:xfrm>
            <a:off x="1016000" y="5270500"/>
            <a:ext cx="10160000" cy="889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A0B4C8"/>
                </a:solidFill>
              </a:rPr>
              <a:t>Dimensionar um condicionador de sinais para adaptar uma entrada de </a:t>
            </a:r>
            <a:r>
              <a:rPr lang="pt-BR" sz="1400" b="1" dirty="0">
                <a:solidFill>
                  <a:srgbClr val="00B4D8"/>
                </a:solidFill>
              </a:rPr>
              <a:t>220 V RMS</a:t>
            </a:r>
            <a:r>
              <a:rPr lang="pt-BR" sz="1400" dirty="0">
                <a:solidFill>
                  <a:srgbClr val="A0B4C8"/>
                </a:solidFill>
              </a:rPr>
              <a:t> a uma faixa compatível com um dispositivo digital de </a:t>
            </a:r>
            <a:r>
              <a:rPr lang="pt-BR" sz="1400" b="1" dirty="0">
                <a:solidFill>
                  <a:srgbClr val="00B4D8"/>
                </a:solidFill>
              </a:rPr>
              <a:t>0 a 5 V</a:t>
            </a:r>
          </a:p>
        </p:txBody>
      </p:sp>
      <p:pic>
        <p:nvPicPr>
          <p:cNvPr id="52" name="Graphic 52" descr="Signal processor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0" y="237175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0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7DBE8-06F2-80F3-E985-A598D753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Cadeia de Medição</a:t>
            </a:r>
          </a:p>
        </p:txBody>
      </p:sp>
      <p:sp>
        <p:nvSpPr>
          <p:cNvPr id="5" name="Sub"/>
          <p:cNvSpPr/>
          <p:nvPr/>
        </p:nvSpPr>
        <p:spPr>
          <a:xfrm>
            <a:off x="304800" y="1016000"/>
            <a:ext cx="115824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pt-BR" sz="1400" dirty="0">
                <a:solidFill>
                  <a:srgbClr val="A0B4C8"/>
                </a:solidFill>
              </a:rPr>
              <a:t>O transdutor converte uma grandeza física em sinal elétrico. O condicionador adapta esse sinal para o domínio digital.</a:t>
            </a:r>
          </a:p>
        </p:txBody>
      </p:sp>
      <p:sp>
        <p:nvSpPr>
          <p:cNvPr id="20" name="Block0"/>
          <p:cNvSpPr/>
          <p:nvPr/>
        </p:nvSpPr>
        <p:spPr>
          <a:xfrm>
            <a:off x="3048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1A3550"/>
          </a:solidFill>
          <a:ln w="19050">
            <a:solidFill>
              <a:srgbClr val="A0B4C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A0B4C8"/>
                </a:solidFill>
              </a:rPr>
              <a:t>Grandeza
Física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Tensão, Corrente,
Temperatura, Pressão</a:t>
            </a:r>
          </a:p>
        </p:txBody>
      </p:sp>
      <p:sp>
        <p:nvSpPr>
          <p:cNvPr id="40" name="Arr0"/>
          <p:cNvSpPr/>
          <p:nvPr/>
        </p:nvSpPr>
        <p:spPr>
          <a:xfrm>
            <a:off x="22860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0B4C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Block1"/>
          <p:cNvSpPr/>
          <p:nvPr/>
        </p:nvSpPr>
        <p:spPr>
          <a:xfrm>
            <a:off x="26670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0A3D5C"/>
          </a:solidFill>
          <a:ln w="19050">
            <a:solidFill>
              <a:srgbClr val="00B4D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B4D8"/>
                </a:solidFill>
              </a:rPr>
              <a:t>Transdutor
/ Sensor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Converte grandeza
em sinal elétrico</a:t>
            </a:r>
          </a:p>
        </p:txBody>
      </p:sp>
      <p:sp>
        <p:nvSpPr>
          <p:cNvPr id="41" name="Arr1"/>
          <p:cNvSpPr/>
          <p:nvPr/>
        </p:nvSpPr>
        <p:spPr>
          <a:xfrm>
            <a:off x="46482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Block2"/>
          <p:cNvSpPr/>
          <p:nvPr/>
        </p:nvSpPr>
        <p:spPr>
          <a:xfrm>
            <a:off x="50292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4A1A00"/>
          </a:solidFill>
          <a:ln w="19050">
            <a:solidFill>
              <a:srgbClr val="FF6B35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6B35"/>
                </a:solidFill>
              </a:rPr>
              <a:t>Condicionador
de Sinais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Atenua, amplifica,
filtra, adiciona offset</a:t>
            </a:r>
          </a:p>
        </p:txBody>
      </p:sp>
      <p:sp>
        <p:nvSpPr>
          <p:cNvPr id="42" name="Arr2"/>
          <p:cNvSpPr/>
          <p:nvPr/>
        </p:nvSpPr>
        <p:spPr>
          <a:xfrm>
            <a:off x="70104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6B35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Block3"/>
          <p:cNvSpPr/>
          <p:nvPr/>
        </p:nvSpPr>
        <p:spPr>
          <a:xfrm>
            <a:off x="73914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0A3D20"/>
          </a:solidFill>
          <a:ln w="19050">
            <a:solidFill>
              <a:srgbClr val="48BB7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48BB78"/>
                </a:solidFill>
              </a:rPr>
              <a:t>Conversor
A/D (ADC)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Converte analógico
para digital (0-5V)</a:t>
            </a:r>
          </a:p>
        </p:txBody>
      </p:sp>
      <p:sp>
        <p:nvSpPr>
          <p:cNvPr id="43" name="Arr3"/>
          <p:cNvSpPr/>
          <p:nvPr/>
        </p:nvSpPr>
        <p:spPr>
          <a:xfrm>
            <a:off x="93726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BB7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Block4"/>
          <p:cNvSpPr/>
          <p:nvPr/>
        </p:nvSpPr>
        <p:spPr>
          <a:xfrm>
            <a:off x="97536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1A1A4A"/>
          </a:solidFill>
          <a:ln w="19050">
            <a:solidFill>
              <a:srgbClr val="667EEA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667EEA"/>
                </a:solidFill>
              </a:rPr>
              <a:t>Micro-
controlador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Processa dados
digitais</a:t>
            </a:r>
          </a:p>
        </p:txBody>
      </p:sp>
      <p:sp>
        <p:nvSpPr>
          <p:cNvPr id="60" name="Sig0"/>
          <p:cNvSpPr/>
          <p:nvPr/>
        </p:nvSpPr>
        <p:spPr>
          <a:xfrm>
            <a:off x="21590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A0B4C8"/>
                </a:solidFill>
              </a:rPr>
              <a:t>220V RMS</a:t>
            </a:r>
          </a:p>
        </p:txBody>
      </p:sp>
      <p:sp>
        <p:nvSpPr>
          <p:cNvPr id="61" name="Sig1"/>
          <p:cNvSpPr/>
          <p:nvPr/>
        </p:nvSpPr>
        <p:spPr>
          <a:xfrm>
            <a:off x="45212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FF6B35"/>
                </a:solidFill>
              </a:rPr>
              <a:t>±311V pico</a:t>
            </a:r>
          </a:p>
        </p:txBody>
      </p:sp>
      <p:sp>
        <p:nvSpPr>
          <p:cNvPr id="62" name="Sig2"/>
          <p:cNvSpPr/>
          <p:nvPr/>
        </p:nvSpPr>
        <p:spPr>
          <a:xfrm>
            <a:off x="68834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48BB78"/>
                </a:solidFill>
              </a:rPr>
              <a:t>0 – 5 V</a:t>
            </a:r>
          </a:p>
        </p:txBody>
      </p:sp>
      <p:sp>
        <p:nvSpPr>
          <p:cNvPr id="63" name="Sig3"/>
          <p:cNvSpPr/>
          <p:nvPr/>
        </p:nvSpPr>
        <p:spPr>
          <a:xfrm>
            <a:off x="92456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667EEA"/>
                </a:solidFill>
              </a:rPr>
              <a:t>Bits</a:t>
            </a:r>
          </a:p>
        </p:txBody>
      </p:sp>
      <p:sp>
        <p:nvSpPr>
          <p:cNvPr id="70" name="InfoTrans"/>
          <p:cNvSpPr/>
          <p:nvPr/>
        </p:nvSpPr>
        <p:spPr>
          <a:xfrm>
            <a:off x="304800" y="4635500"/>
            <a:ext cx="11582400" cy="165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37160" rIns="22860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00B4D8"/>
                </a:solidFill>
              </a:rPr>
              <a:t>TIPOS COMUNS DE TRANSDUTORES</a:t>
            </a:r>
          </a:p>
          <a:p>
            <a:pPr algn="l">
              <a:buNone/>
            </a:pPr>
            <a:r>
              <a:rPr lang="pt-BR" sz="1400" dirty="0">
                <a:solidFill>
                  <a:srgbClr val="F0F4F8"/>
                </a:solidFill>
              </a:rPr>
              <a:t>Termopar </a:t>
            </a:r>
            <a:r>
              <a:rPr lang="pt-BR" sz="1400" dirty="0">
                <a:solidFill>
                  <a:srgbClr val="A0B4C8"/>
                </a:solidFill>
              </a:rPr>
              <a:t>(temperatura) • </a:t>
            </a:r>
            <a:r>
              <a:rPr lang="pt-BR" sz="1400" dirty="0">
                <a:solidFill>
                  <a:srgbClr val="F0F4F8"/>
                </a:solidFill>
              </a:rPr>
              <a:t>Strain Gauge </a:t>
            </a:r>
            <a:r>
              <a:rPr lang="pt-BR" sz="1400" dirty="0">
                <a:solidFill>
                  <a:srgbClr val="A0B4C8"/>
                </a:solidFill>
              </a:rPr>
              <a:t>(deformação) • </a:t>
            </a:r>
            <a:r>
              <a:rPr lang="pt-BR" sz="1400" dirty="0">
                <a:solidFill>
                  <a:srgbClr val="F0F4F8"/>
                </a:solidFill>
              </a:rPr>
              <a:t>TC/TP </a:t>
            </a:r>
            <a:r>
              <a:rPr lang="pt-BR" sz="1400" dirty="0">
                <a:solidFill>
                  <a:srgbClr val="A0B4C8"/>
                </a:solidFill>
              </a:rPr>
              <a:t>(corrente/tensão) • </a:t>
            </a:r>
            <a:r>
              <a:rPr lang="pt-BR" sz="1400" dirty="0">
                <a:solidFill>
                  <a:srgbClr val="F0F4F8"/>
                </a:solidFill>
              </a:rPr>
              <a:t>LDR/Fotodiodo </a:t>
            </a:r>
            <a:r>
              <a:rPr lang="pt-BR" sz="1400" dirty="0">
                <a:solidFill>
                  <a:srgbClr val="A0B4C8"/>
                </a:solidFill>
              </a:rPr>
              <a:t>(luminosidade) • </a:t>
            </a:r>
            <a:r>
              <a:rPr lang="pt-BR" sz="1400" dirty="0">
                <a:solidFill>
                  <a:srgbClr val="F0F4F8"/>
                </a:solidFill>
              </a:rPr>
              <a:t>Acelerômetro </a:t>
            </a:r>
            <a:r>
              <a:rPr lang="pt-BR" sz="1400" dirty="0">
                <a:solidFill>
                  <a:srgbClr val="A0B4C8"/>
                </a:solidFill>
              </a:rPr>
              <a:t>(vibração)</a:t>
            </a:r>
          </a:p>
          <a:p>
            <a:pPr algn="l">
              <a:buNone/>
            </a:pPr>
            <a:r>
              <a:rPr lang="pt-BR" sz="1200" dirty="0">
                <a:solidFill>
                  <a:srgbClr val="667EEA"/>
                </a:solidFill>
              </a:rPr>
              <a:t>Neste projeto: a rede elétrica (220V AC) é o próprio sinal de entrada — o condicionador é o foco principal.</a:t>
            </a:r>
          </a:p>
        </p:txBody>
      </p:sp>
      <p:sp>
        <p:nvSpPr>
          <p:cNvPr id="80" name="Highlight"/>
          <p:cNvSpPr/>
          <p:nvPr/>
        </p:nvSpPr>
        <p:spPr>
          <a:xfrm>
            <a:off x="4965700" y="1778000"/>
            <a:ext cx="2108200" cy="2286000"/>
          </a:xfrm>
          <a:prstGeom prst="roundRect">
            <a:avLst>
              <a:gd name="adj" fmla="val 8000"/>
            </a:avLst>
          </a:prstGeom>
          <a:noFill/>
          <a:ln w="25400" cap="rnd" cmpd="sng">
            <a:solidFill>
              <a:srgbClr val="FF6B35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1" name="Focus"/>
          <p:cNvSpPr/>
          <p:nvPr/>
        </p:nvSpPr>
        <p:spPr>
          <a:xfrm>
            <a:off x="5257800" y="4127500"/>
            <a:ext cx="1524000" cy="317500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pt-BR" sz="1000" b="1" spc="200" dirty="0">
                <a:solidFill>
                  <a:srgbClr val="FFFFFF"/>
                </a:solidFill>
              </a:rPr>
              <a:t>FOCO DESTA AULA</a:t>
            </a:r>
          </a:p>
        </p:txBody>
      </p:sp>
    </p:spTree>
    <p:extLst>
      <p:ext uri="{BB962C8B-B14F-4D97-AF65-F5344CB8AC3E}">
        <p14:creationId xmlns:p14="http://schemas.microsoft.com/office/powerpoint/2010/main" val="229408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D91CC-A192-DA86-9AF4-FF6FA42D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Contexto do Problema</a:t>
            </a:r>
          </a:p>
        </p:txBody>
      </p:sp>
      <p:sp>
        <p:nvSpPr>
          <p:cNvPr id="10" name="Desc"/>
          <p:cNvSpPr txBox="1"/>
          <p:nvPr/>
        </p:nvSpPr>
        <p:spPr>
          <a:xfrm>
            <a:off x="838200" y="1016000"/>
            <a:ext cx="10515600" cy="508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A0B4C8"/>
                </a:solidFill>
              </a:rPr>
              <a:t>Adaptar um sinal de alta tensão para uma faixa segura de leitura digital usando uma rede resistiva.</a:t>
            </a:r>
          </a:p>
        </p:txBody>
      </p:sp>
      <p:sp>
        <p:nvSpPr>
          <p:cNvPr id="20" name="Card1"/>
          <p:cNvSpPr/>
          <p:nvPr/>
        </p:nvSpPr>
        <p:spPr>
          <a:xfrm>
            <a:off x="838200" y="1778000"/>
            <a:ext cx="3048000" cy="419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00B4D8">
                <a:alpha val="40000"/>
              </a:srgbClr>
            </a:solidFill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00B4D8"/>
                </a:solidFill>
              </a:rPr>
              <a:t>ENTRADA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4F8"/>
                </a:solidFill>
              </a:rPr>
              <a:t>220 V</a:t>
            </a:r>
          </a:p>
          <a:p>
            <a:pPr algn="l">
              <a:buNone/>
            </a:pPr>
            <a:endParaRPr lang="pt-BR" sz="36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RMS (tensão alternada da rede elétrica)</a:t>
            </a:r>
          </a:p>
        </p:txBody>
      </p:sp>
      <p:sp>
        <p:nvSpPr>
          <p:cNvPr id="21" name="Card2"/>
          <p:cNvSpPr/>
          <p:nvPr/>
        </p:nvSpPr>
        <p:spPr>
          <a:xfrm>
            <a:off x="4572000" y="1778000"/>
            <a:ext cx="3048000" cy="419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48BB78">
                <a:alpha val="40000"/>
              </a:srgbClr>
            </a:solidFill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48BB78"/>
                </a:solidFill>
              </a:rPr>
              <a:t>SAÍDA DESEJADA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4F8"/>
                </a:solidFill>
              </a:rPr>
              <a:t>0 a 5 V</a:t>
            </a:r>
          </a:p>
          <a:p>
            <a:pPr algn="l">
              <a:buNone/>
            </a:pPr>
            <a:endParaRPr lang="pt-BR" sz="36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Faixa compatível com dispositivo digital (ADC)</a:t>
            </a:r>
          </a:p>
        </p:txBody>
      </p:sp>
      <p:sp>
        <p:nvSpPr>
          <p:cNvPr id="22" name="Card3"/>
          <p:cNvSpPr/>
          <p:nvPr/>
        </p:nvSpPr>
        <p:spPr>
          <a:xfrm>
            <a:off x="8305800" y="1778000"/>
            <a:ext cx="3530600" cy="419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FF6B35">
                <a:alpha val="40000"/>
              </a:srgbClr>
            </a:solidFill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FF6B35"/>
                </a:solidFill>
              </a:rPr>
              <a:t>ESTRATÉGIA</a:t>
            </a:r>
          </a:p>
          <a:p>
            <a:pPr algn="l">
              <a:buNone/>
            </a:pPr>
            <a:r>
              <a:rPr lang="pt-BR" sz="2000" b="1" dirty="0">
                <a:solidFill>
                  <a:srgbClr val="F0F4F8"/>
                </a:solidFill>
              </a:rPr>
              <a:t>Rede Resistiva</a:t>
            </a:r>
          </a:p>
          <a:p>
            <a:pPr algn="l">
              <a:buNone/>
            </a:pPr>
            <a:endParaRPr lang="pt-BR" sz="20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• Atenuar componente CA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
• Introduzir offset CC
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• Manter saída na faixa</a:t>
            </a:r>
          </a:p>
        </p:txBody>
      </p:sp>
      <p:sp>
        <p:nvSpPr>
          <p:cNvPr id="30" name="Arrow1"/>
          <p:cNvSpPr/>
          <p:nvPr/>
        </p:nvSpPr>
        <p:spPr>
          <a:xfrm>
            <a:off x="3962400" y="3556000"/>
            <a:ext cx="533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Arrow2"/>
          <p:cNvSpPr/>
          <p:nvPr/>
        </p:nvSpPr>
        <p:spPr>
          <a:xfrm>
            <a:off x="7696200" y="3556000"/>
            <a:ext cx="533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BB7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2" name="Graphic 32" descr="Target icon for problem contex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3E6F2-894B-D0C9-961B-8898349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 dirty="0"/>
              <a:t>Formulação do Problema</a:t>
            </a:r>
          </a:p>
        </p:txBody>
      </p:sp>
      <p:sp>
        <p:nvSpPr>
          <p:cNvPr id="10" name="FormulaBox"/>
          <p:cNvSpPr/>
          <p:nvPr/>
        </p:nvSpPr>
        <p:spPr>
          <a:xfrm>
            <a:off x="838200" y="11430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00B4D8">
                <a:alpha val="40000"/>
              </a:srgbClr>
            </a:solidFill>
          </a:ln>
        </p:spPr>
        <p:txBody>
          <a:bodyPr wrap="square" lIns="228600" tIns="228600" rIns="228600" bIns="182880" anchor="t"/>
          <a:lstStyle/>
          <a:p>
            <a:pPr algn="l">
              <a:buNone/>
            </a:pPr>
            <a:r>
              <a:rPr lang="pt-BR" sz="2000" spc="300" dirty="0">
                <a:solidFill>
                  <a:srgbClr val="00B4D8"/>
                </a:solidFill>
              </a:rPr>
              <a:t>CONVERSÃO RMS → PICO</a:t>
            </a:r>
          </a:p>
          <a:p>
            <a:pPr algn="l">
              <a:buNone/>
            </a:pPr>
            <a:endParaRPr lang="pt-BR" sz="2000" spc="3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Para obter o valor instantâneo máximo:</a:t>
            </a:r>
          </a:p>
          <a:p>
            <a:pPr algn="l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algn="ctr">
              <a:buNone/>
            </a:pPr>
            <a:r>
              <a:rPr lang="pt-BR" sz="2800" b="1" dirty="0">
                <a:solidFill>
                  <a:srgbClr val="F0F4F8"/>
                </a:solidFill>
                <a:latin typeface="Cambria Math"/>
              </a:rPr>
              <a:t>V</a:t>
            </a:r>
            <a:r>
              <a:rPr lang="pt-BR" sz="1800" baseline="-25000" dirty="0">
                <a:solidFill>
                  <a:srgbClr val="00B4D8"/>
                </a:solidFill>
                <a:latin typeface="Cambria Math"/>
              </a:rPr>
              <a:t>pico</a:t>
            </a:r>
            <a:r>
              <a:rPr lang="pt-BR" sz="2800" b="1" dirty="0">
                <a:solidFill>
                  <a:srgbClr val="F0F4F8"/>
                </a:solidFill>
                <a:latin typeface="Cambria Math"/>
              </a:rPr>
              <a:t> = V</a:t>
            </a:r>
            <a:r>
              <a:rPr lang="pt-BR" sz="1800" baseline="-25000" dirty="0">
                <a:solidFill>
                  <a:srgbClr val="00B4D8"/>
                </a:solidFill>
                <a:latin typeface="Cambria Math"/>
              </a:rPr>
              <a:t>RMS</a:t>
            </a:r>
            <a:r>
              <a:rPr lang="pt-BR" sz="2800" b="1" dirty="0">
                <a:solidFill>
                  <a:srgbClr val="F0F4F8"/>
                </a:solidFill>
                <a:latin typeface="Cambria Math"/>
              </a:rPr>
              <a:t> × √2</a:t>
            </a:r>
          </a:p>
          <a:p>
            <a:pPr algn="ctr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rgbClr val="A0B4C8"/>
                </a:solidFill>
              </a:rPr>
              <a:t>Para 220 V RMS:</a:t>
            </a:r>
          </a:p>
          <a:p>
            <a:pPr algn="ctr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algn="ctr">
              <a:buNone/>
            </a:pPr>
            <a:r>
              <a:rPr lang="pt-BR" sz="2400" b="1" dirty="0">
                <a:solidFill>
                  <a:srgbClr val="F6AD55"/>
                </a:solidFill>
              </a:rPr>
              <a:t>V</a:t>
            </a:r>
            <a:r>
              <a:rPr lang="pt-BR" sz="1600" baseline="-25000" dirty="0">
                <a:solidFill>
                  <a:srgbClr val="F6AD55"/>
                </a:solidFill>
              </a:rPr>
              <a:t>pico</a:t>
            </a:r>
            <a:r>
              <a:rPr lang="pt-BR" sz="2400" b="1" dirty="0">
                <a:solidFill>
                  <a:srgbClr val="F6AD55"/>
                </a:solidFill>
              </a:rPr>
              <a:t> ≈ 311,13 V</a:t>
            </a:r>
          </a:p>
        </p:txBody>
      </p:sp>
      <p:sp>
        <p:nvSpPr>
          <p:cNvPr id="11" name="ReqBox"/>
          <p:cNvSpPr/>
          <p:nvPr/>
        </p:nvSpPr>
        <p:spPr>
          <a:xfrm>
            <a:off x="6324600" y="11430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667EEA">
                <a:alpha val="40000"/>
              </a:srgbClr>
            </a:solidFill>
          </a:ln>
        </p:spPr>
        <p:txBody>
          <a:bodyPr wrap="square" lIns="228600" tIns="228600" rIns="228600" bIns="182880" anchor="t"/>
          <a:lstStyle/>
          <a:p>
            <a:pPr algn="l">
              <a:buNone/>
            </a:pPr>
            <a:r>
              <a:rPr lang="pt-BR" sz="2000" spc="300" dirty="0">
                <a:solidFill>
                  <a:srgbClr val="667EEA"/>
                </a:solidFill>
              </a:rPr>
              <a:t>CIRCUITO CONDICIONADOR</a:t>
            </a:r>
          </a:p>
          <a:p>
            <a:pPr algn="l">
              <a:buNone/>
            </a:pPr>
            <a:endParaRPr lang="pt-BR" sz="2000" spc="300" dirty="0">
              <a:solidFill>
                <a:srgbClr val="667EEA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A rede resistiva deve:</a:t>
            </a:r>
          </a:p>
          <a:p>
            <a:pPr algn="l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Atenuar o sinal CA de ±311 V para ±2,5 V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endParaRPr lang="pt-BR" sz="1600" dirty="0">
              <a:solidFill>
                <a:srgbClr val="F0F4F8"/>
              </a:solidFill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Adicionar offset CC de +2,5 V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endParaRPr lang="pt-BR" sz="1600" dirty="0">
              <a:solidFill>
                <a:srgbClr val="F0F4F8"/>
              </a:solidFill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Resultado: saída entre 0 V e 5 V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endParaRPr lang="pt-BR" sz="1600" dirty="0">
              <a:solidFill>
                <a:srgbClr val="F0F4F8"/>
              </a:solidFill>
            </a:endParaRPr>
          </a:p>
          <a:p>
            <a:pPr marL="228600" indent="-228600" algn="l"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Usar apenas resistores comerciais (R1, R2, R3)</a:t>
            </a:r>
          </a:p>
        </p:txBody>
      </p:sp>
      <p:sp>
        <p:nvSpPr>
          <p:cNvPr id="12" name="Note"/>
          <p:cNvSpPr txBox="1"/>
          <p:nvPr/>
        </p:nvSpPr>
        <p:spPr>
          <a:xfrm>
            <a:off x="838200" y="5969000"/>
            <a:ext cx="105156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400" dirty="0">
                <a:solidFill>
                  <a:srgbClr val="667EEA"/>
                </a:solidFill>
              </a:rPr>
              <a:t>⚠ </a:t>
            </a:r>
            <a:r>
              <a:rPr lang="pt-BR" sz="1400" dirty="0">
                <a:solidFill>
                  <a:srgbClr val="A0B4C8"/>
                </a:solidFill>
              </a:rPr>
              <a:t>O sinal de entrada possui semiciclos positivo (+311 V) e negativo (−311 V) — ambos devem ser mapeados para 0–5 V</a:t>
            </a:r>
          </a:p>
        </p:txBody>
      </p:sp>
      <p:pic>
        <p:nvPicPr>
          <p:cNvPr id="13" name="Graphic 13" descr="Calculator for formul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4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EB340-5D05-C158-C2E6-32543AF1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17" y="183782"/>
            <a:ext cx="7326238" cy="698500"/>
          </a:xfrm>
        </p:spPr>
        <p:txBody>
          <a:bodyPr>
            <a:normAutofit/>
          </a:bodyPr>
          <a:lstStyle/>
          <a:p>
            <a:r>
              <a:rPr lang="pt-BR" sz="3000" b="1" dirty="0"/>
              <a:t>Esquemático do Circuito Condicionador</a:t>
            </a:r>
          </a:p>
        </p:txBody>
      </p:sp>
      <p:sp>
        <p:nvSpPr>
          <p:cNvPr id="10" name="ACsrc"/>
          <p:cNvSpPr/>
          <p:nvPr/>
        </p:nvSpPr>
        <p:spPr>
          <a:xfrm>
            <a:off x="457200" y="2794822"/>
            <a:ext cx="1371600" cy="137160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B4D8"/>
                </a:solidFill>
              </a:rPr>
              <a:t>220V
RMS</a:t>
            </a:r>
          </a:p>
        </p:txBody>
      </p:sp>
      <p:sp>
        <p:nvSpPr>
          <p:cNvPr id="11" name="ACLabel"/>
          <p:cNvSpPr/>
          <p:nvPr/>
        </p:nvSpPr>
        <p:spPr>
          <a:xfrm>
            <a:off x="114300" y="4418013"/>
            <a:ext cx="20574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Entrada CA</a:t>
            </a:r>
          </a:p>
        </p:txBody>
      </p:sp>
      <p:sp>
        <p:nvSpPr>
          <p:cNvPr id="12" name="GndSrc"/>
          <p:cNvSpPr/>
          <p:nvPr/>
        </p:nvSpPr>
        <p:spPr>
          <a:xfrm>
            <a:off x="800100" y="4279900"/>
            <a:ext cx="686399" cy="68580"/>
          </a:xfrm>
          <a:prstGeom prst="rect">
            <a:avLst/>
          </a:prstGeom>
          <a:solidFill>
            <a:srgbClr val="A0B4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3val"/>
          <p:cNvSpPr/>
          <p:nvPr/>
        </p:nvSpPr>
        <p:spPr>
          <a:xfrm>
            <a:off x="2432703" y="3828602"/>
            <a:ext cx="1494119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100" dirty="0">
                <a:solidFill>
                  <a:srgbClr val="A0B4C8"/>
                </a:solidFill>
              </a:rPr>
              <a:t>Série com entrada</a:t>
            </a:r>
          </a:p>
        </p:txBody>
      </p:sp>
      <p:sp>
        <p:nvSpPr>
          <p:cNvPr id="17" name="Line1"/>
          <p:cNvSpPr/>
          <p:nvPr/>
        </p:nvSpPr>
        <p:spPr>
          <a:xfrm>
            <a:off x="1828800" y="3456940"/>
            <a:ext cx="685800" cy="5715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1box"/>
          <p:cNvSpPr/>
          <p:nvPr/>
        </p:nvSpPr>
        <p:spPr>
          <a:xfrm>
            <a:off x="3416892" y="2225122"/>
            <a:ext cx="1250950" cy="480059"/>
          </a:xfrm>
          <a:prstGeom prst="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b="1" dirty="0">
                <a:solidFill>
                  <a:srgbClr val="48BB78"/>
                </a:solidFill>
              </a:rPr>
              <a:t>R1</a:t>
            </a:r>
          </a:p>
        </p:txBody>
      </p:sp>
      <p:sp>
        <p:nvSpPr>
          <p:cNvPr id="21" name="R1note"/>
          <p:cNvSpPr/>
          <p:nvPr/>
        </p:nvSpPr>
        <p:spPr>
          <a:xfrm>
            <a:off x="3150827" y="910222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100" dirty="0">
                <a:solidFill>
                  <a:srgbClr val="A0B4C8"/>
                </a:solidFill>
              </a:rPr>
              <a:t>Conecta ao Vcc</a:t>
            </a:r>
          </a:p>
        </p:txBody>
      </p:sp>
      <p:sp>
        <p:nvSpPr>
          <p:cNvPr id="22" name="Vcc"/>
          <p:cNvSpPr/>
          <p:nvPr/>
        </p:nvSpPr>
        <p:spPr>
          <a:xfrm>
            <a:off x="3493728" y="1231980"/>
            <a:ext cx="1028700" cy="548640"/>
          </a:xfrm>
          <a:prstGeom prst="roundRect">
            <a:avLst/>
          </a:prstGeom>
          <a:solidFill>
            <a:srgbClr val="48BB78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+Vcc
(5V)</a:t>
            </a:r>
          </a:p>
        </p:txBody>
      </p:sp>
      <p:sp>
        <p:nvSpPr>
          <p:cNvPr id="23" name="LineUp"/>
          <p:cNvSpPr/>
          <p:nvPr/>
        </p:nvSpPr>
        <p:spPr>
          <a:xfrm>
            <a:off x="3973787" y="1780618"/>
            <a:ext cx="68580" cy="444503"/>
          </a:xfrm>
          <a:prstGeom prst="rect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2box"/>
          <p:cNvSpPr/>
          <p:nvPr/>
        </p:nvSpPr>
        <p:spPr>
          <a:xfrm>
            <a:off x="3382602" y="4362978"/>
            <a:ext cx="1250950" cy="474923"/>
          </a:xfrm>
          <a:prstGeom prst="rect">
            <a:avLst/>
          </a:prstGeom>
          <a:solidFill>
            <a:srgbClr val="162D4A"/>
          </a:solidFill>
          <a:ln w="19050">
            <a:solidFill>
              <a:srgbClr val="667EE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b="1" dirty="0">
                <a:solidFill>
                  <a:srgbClr val="667EEA"/>
                </a:solidFill>
              </a:rPr>
              <a:t>R2</a:t>
            </a:r>
          </a:p>
        </p:txBody>
      </p:sp>
      <p:sp>
        <p:nvSpPr>
          <p:cNvPr id="26" name="R2note"/>
          <p:cNvSpPr/>
          <p:nvPr/>
        </p:nvSpPr>
        <p:spPr>
          <a:xfrm>
            <a:off x="3185117" y="5360199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100" dirty="0">
                <a:solidFill>
                  <a:srgbClr val="A0B4C8"/>
                </a:solidFill>
              </a:rPr>
              <a:t>Conecta ao GND</a:t>
            </a:r>
          </a:p>
        </p:txBody>
      </p:sp>
      <p:sp>
        <p:nvSpPr>
          <p:cNvPr id="27" name="GND"/>
          <p:cNvSpPr/>
          <p:nvPr/>
        </p:nvSpPr>
        <p:spPr>
          <a:xfrm>
            <a:off x="3493727" y="4983009"/>
            <a:ext cx="1028700" cy="411480"/>
          </a:xfrm>
          <a:prstGeom prst="roundRect">
            <a:avLst/>
          </a:prstGeom>
          <a:solidFill>
            <a:srgbClr val="667EE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28" name="LineDown"/>
          <p:cNvSpPr/>
          <p:nvPr/>
        </p:nvSpPr>
        <p:spPr>
          <a:xfrm>
            <a:off x="3973787" y="3513168"/>
            <a:ext cx="68580" cy="849809"/>
          </a:xfrm>
          <a:prstGeom prst="rect">
            <a:avLst/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" name="LineDown2"/>
          <p:cNvSpPr/>
          <p:nvPr/>
        </p:nvSpPr>
        <p:spPr>
          <a:xfrm>
            <a:off x="3973787" y="4845849"/>
            <a:ext cx="68580" cy="137160"/>
          </a:xfrm>
          <a:prstGeom prst="rect">
            <a:avLst/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LineVcc"/>
          <p:cNvSpPr/>
          <p:nvPr/>
        </p:nvSpPr>
        <p:spPr>
          <a:xfrm>
            <a:off x="3973787" y="2705181"/>
            <a:ext cx="68580" cy="761918"/>
          </a:xfrm>
          <a:prstGeom prst="rect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LineOut"/>
          <p:cNvSpPr/>
          <p:nvPr/>
        </p:nvSpPr>
        <p:spPr>
          <a:xfrm>
            <a:off x="3543298" y="3467100"/>
            <a:ext cx="1322029" cy="57150"/>
          </a:xfrm>
          <a:prstGeom prst="rect">
            <a:avLst/>
          </a:prstGeom>
          <a:solidFill>
            <a:srgbClr val="F6AD5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OutBox"/>
          <p:cNvSpPr/>
          <p:nvPr/>
        </p:nvSpPr>
        <p:spPr>
          <a:xfrm>
            <a:off x="4772659" y="3111500"/>
            <a:ext cx="1083949" cy="762000"/>
          </a:xfrm>
          <a:prstGeom prst="roundRect">
            <a:avLst/>
          </a:prstGeom>
          <a:solidFill>
            <a:srgbClr val="162D4A"/>
          </a:solidFill>
          <a:ln w="25400">
            <a:solidFill>
              <a:srgbClr val="F6AD55"/>
            </a:solidFill>
          </a:ln>
        </p:spPr>
        <p:txBody>
          <a:bodyPr wrap="square" lIns="137160" tIns="45720" rIns="13716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6AD55"/>
                </a:solidFill>
              </a:rPr>
              <a:t>Vout</a:t>
            </a:r>
          </a:p>
          <a:p>
            <a:pPr algn="ctr">
              <a:buNone/>
            </a:pPr>
            <a:r>
              <a:rPr lang="pt-BR" sz="1200" dirty="0">
                <a:solidFill>
                  <a:srgbClr val="F0F4F8"/>
                </a:solidFill>
              </a:rPr>
              <a:t>0 – 5 V</a:t>
            </a:r>
          </a:p>
        </p:txBody>
      </p:sp>
      <p:sp>
        <p:nvSpPr>
          <p:cNvPr id="33" name="ArrowADC"/>
          <p:cNvSpPr/>
          <p:nvPr/>
        </p:nvSpPr>
        <p:spPr>
          <a:xfrm>
            <a:off x="5856608" y="3329646"/>
            <a:ext cx="508000" cy="317500"/>
          </a:xfrm>
          <a:prstGeom prst="rightArrow">
            <a:avLst/>
          </a:prstGeom>
          <a:solidFill>
            <a:srgbClr val="F6AD5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ADCbox"/>
          <p:cNvSpPr/>
          <p:nvPr/>
        </p:nvSpPr>
        <p:spPr>
          <a:xfrm>
            <a:off x="6364608" y="2909122"/>
            <a:ext cx="1122047" cy="1143000"/>
          </a:xfrm>
          <a:prstGeom prst="roundRect">
            <a:avLst/>
          </a:prstGeom>
          <a:solidFill>
            <a:srgbClr val="0A3D20"/>
          </a:solidFill>
          <a:ln w="19050">
            <a:solidFill>
              <a:srgbClr val="48BB7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800" b="1" dirty="0">
                <a:solidFill>
                  <a:srgbClr val="48BB78"/>
                </a:solidFill>
              </a:rPr>
              <a:t>ADC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Conversor
Analógico-Digital</a:t>
            </a:r>
          </a:p>
        </p:txBody>
      </p:sp>
      <p:sp>
        <p:nvSpPr>
          <p:cNvPr id="40" name="ExplPanel"/>
          <p:cNvSpPr/>
          <p:nvPr/>
        </p:nvSpPr>
        <p:spPr>
          <a:xfrm>
            <a:off x="7558450" y="254000"/>
            <a:ext cx="4382091" cy="6250971"/>
          </a:xfrm>
          <a:prstGeom prst="roundRect">
            <a:avLst/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200" dirty="0">
                <a:solidFill>
                  <a:srgbClr val="00B4D8"/>
                </a:solidFill>
              </a:rPr>
              <a:t>FUNÇÃO DOS COMPONENTES</a:t>
            </a:r>
          </a:p>
          <a:p>
            <a:pPr algn="l">
              <a:buNone/>
            </a:pPr>
            <a:endParaRPr lang="pt-BR" sz="2000" spc="2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FF6B35"/>
                </a:solidFill>
              </a:rPr>
              <a:t>R3 (Série)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Atenua o sinal CA. Forma divisor de tensão com R1‖R2.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48BB78"/>
                </a:solidFill>
              </a:rPr>
              <a:t>R1 (para Vcc)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Introduz offset CC positivo. Eleva o sinal para faixa 0-5V.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667EEA"/>
                </a:solidFill>
              </a:rPr>
              <a:t>R2 (para GND)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Completa divisor de tensão. R2 = R1 simplifica o cálculo.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F6AD55"/>
                </a:solidFill>
              </a:rPr>
              <a:t>Vout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Vcc + ganho_CA × Vpico. Deve ficar entre 0V e 5V.</a:t>
            </a:r>
          </a:p>
        </p:txBody>
      </p:sp>
      <p:sp>
        <p:nvSpPr>
          <p:cNvPr id="15" name="R3box"/>
          <p:cNvSpPr/>
          <p:nvPr/>
        </p:nvSpPr>
        <p:spPr>
          <a:xfrm>
            <a:off x="2254252" y="3257041"/>
            <a:ext cx="1250950" cy="474924"/>
          </a:xfrm>
          <a:prstGeom prst="rect">
            <a:avLst/>
          </a:prstGeom>
          <a:solidFill>
            <a:srgbClr val="162D4A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b="1" dirty="0">
                <a:solidFill>
                  <a:srgbClr val="FF6B35"/>
                </a:solidFill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136622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B2EDC-D9D4-36A6-3F69-7F9647D0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Derivação Matemática do Circuito</a:t>
            </a:r>
          </a:p>
        </p:txBody>
      </p:sp>
      <p:sp>
        <p:nvSpPr>
          <p:cNvPr id="10" name="Step1"/>
          <p:cNvSpPr/>
          <p:nvPr/>
        </p:nvSpPr>
        <p:spPr>
          <a:xfrm>
            <a:off x="228600" y="990600"/>
            <a:ext cx="3886200" cy="24765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00B4D8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00B4D8"/>
                </a:solidFill>
              </a:rPr>
              <a:t>ETAPA 1: CONVERSÃO RMS → PICO</a:t>
            </a:r>
          </a:p>
          <a:p>
            <a:pPr algn="l">
              <a:buNone/>
            </a:pPr>
            <a:endParaRPr lang="pt-BR" sz="1100" spc="3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O valor RMS é o valor eficaz da tensão CA senoidal. Para obter o valor de pico:</a:t>
            </a:r>
          </a:p>
          <a:p>
            <a:pPr algn="ctr">
              <a:buNone/>
            </a:pPr>
            <a:r>
              <a:rPr lang="pt-BR" sz="2200" b="1" dirty="0">
                <a:solidFill>
                  <a:srgbClr val="00B4D8"/>
                </a:solidFill>
                <a:latin typeface="Cambria Math"/>
              </a:rPr>
              <a:t>V</a:t>
            </a:r>
            <a:r>
              <a:rPr lang="pt-BR" sz="1400" b="1" baseline="-25000" dirty="0">
                <a:solidFill>
                  <a:srgbClr val="00B4D8"/>
                </a:solidFill>
                <a:latin typeface="Cambria Math"/>
              </a:rPr>
              <a:t>pico</a:t>
            </a:r>
            <a:r>
              <a:rPr lang="pt-BR" sz="2200" b="1" dirty="0">
                <a:solidFill>
                  <a:srgbClr val="F0F4F8"/>
                </a:solidFill>
                <a:latin typeface="Cambria Math"/>
              </a:rPr>
              <a:t> = V</a:t>
            </a:r>
            <a:r>
              <a:rPr lang="pt-BR" sz="1400" b="1" baseline="-25000" dirty="0">
                <a:solidFill>
                  <a:srgbClr val="F0F4F8"/>
                </a:solidFill>
                <a:latin typeface="Cambria Math"/>
              </a:rPr>
              <a:t>RMS</a:t>
            </a:r>
            <a:r>
              <a:rPr lang="pt-BR" sz="2200" b="1" dirty="0">
                <a:solidFill>
                  <a:srgbClr val="F0F4F8"/>
                </a:solidFill>
                <a:latin typeface="Cambria Math"/>
              </a:rPr>
              <a:t> × √2</a:t>
            </a:r>
          </a:p>
          <a:p>
            <a:pPr algn="ctr">
              <a:buNone/>
            </a:pPr>
            <a:r>
              <a:rPr lang="pt-BR" sz="1800" dirty="0">
                <a:solidFill>
                  <a:srgbClr val="A0B4C8"/>
                </a:solidFill>
                <a:latin typeface="Cambria Math"/>
              </a:rPr>
              <a:t>220 × 1,4142 ≈ </a:t>
            </a:r>
            <a:r>
              <a:rPr lang="pt-BR" sz="1800" b="1" dirty="0">
                <a:solidFill>
                  <a:srgbClr val="48BB78"/>
                </a:solidFill>
                <a:latin typeface="Cambria Math"/>
              </a:rPr>
              <a:t>311,13 V</a:t>
            </a:r>
          </a:p>
        </p:txBody>
      </p:sp>
      <p:sp>
        <p:nvSpPr>
          <p:cNvPr id="11" name="Step2"/>
          <p:cNvSpPr/>
          <p:nvPr/>
        </p:nvSpPr>
        <p:spPr>
          <a:xfrm>
            <a:off x="4343400" y="990600"/>
            <a:ext cx="7543800" cy="24765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FF6B35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F6B35"/>
                </a:solidFill>
              </a:rPr>
              <a:t>ETAPA 2: GANHO CA — DIVISOR DE TENSÃO</a:t>
            </a:r>
          </a:p>
          <a:p>
            <a:pPr algn="l">
              <a:buNone/>
            </a:pPr>
            <a:endParaRPr lang="pt-BR" sz="2000" spc="300" dirty="0">
              <a:solidFill>
                <a:srgbClr val="FF6B35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Para o sinal CA, Vcc é curto-circuito (fonte ideal). R1 e R2 ficam em paralelo:</a:t>
            </a:r>
          </a:p>
          <a:p>
            <a:pPr algn="ctr">
              <a:buNone/>
            </a:pPr>
            <a:r>
              <a:rPr lang="pt-BR" sz="2000" b="1" dirty="0">
                <a:solidFill>
                  <a:srgbClr val="FF6B35"/>
                </a:solidFill>
                <a:latin typeface="Cambria Math"/>
              </a:rPr>
              <a:t>R1‖R2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(R1 × R2) / (R1 + R2)</a:t>
            </a:r>
          </a:p>
          <a:p>
            <a:pPr algn="l">
              <a:buNone/>
            </a:pPr>
            <a:endParaRPr lang="pt-BR" sz="1600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O ganho CA real do divisor R3 + (R1‖R2):</a:t>
            </a:r>
          </a:p>
          <a:p>
            <a:pPr algn="ctr">
              <a:buNone/>
            </a:pPr>
            <a:r>
              <a:rPr lang="pt-BR" sz="2000" b="1" dirty="0">
                <a:solidFill>
                  <a:srgbClr val="FF6B35"/>
                </a:solidFill>
                <a:latin typeface="Cambria Math"/>
              </a:rPr>
              <a:t>G</a:t>
            </a:r>
            <a:r>
              <a:rPr lang="pt-BR" sz="1400" b="1" baseline="-25000" dirty="0">
                <a:solidFill>
                  <a:srgbClr val="FF6B35"/>
                </a:solidFill>
                <a:latin typeface="Cambria Math"/>
              </a:rPr>
              <a:t>CA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R1‖R2 / (R3 + R1‖R2)</a:t>
            </a:r>
          </a:p>
        </p:txBody>
      </p:sp>
      <p:sp>
        <p:nvSpPr>
          <p:cNvPr id="12" name="Step3"/>
          <p:cNvSpPr/>
          <p:nvPr/>
        </p:nvSpPr>
        <p:spPr>
          <a:xfrm>
            <a:off x="228600" y="3619499"/>
            <a:ext cx="5486400" cy="2827599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48BB78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48BB78"/>
                </a:solidFill>
              </a:rPr>
              <a:t>ETAPA 3: OFFSET CC — NÍVEL DC</a:t>
            </a:r>
          </a:p>
          <a:p>
            <a:pPr algn="l">
              <a:buNone/>
            </a:pPr>
            <a:endParaRPr lang="pt-BR" sz="2000" spc="300" dirty="0">
              <a:solidFill>
                <a:srgbClr val="48BB78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Para CC, a entrada CA é zero. O offset vem de Vcc através de R1. R3 e R2 ficam em paralelo vistos de R1:</a:t>
            </a:r>
          </a:p>
          <a:p>
            <a:pPr algn="l">
              <a:buNone/>
            </a:pPr>
            <a:endParaRPr lang="pt-BR" sz="2000" dirty="0">
              <a:solidFill>
                <a:srgbClr val="F0F4F8"/>
              </a:solidFill>
            </a:endParaRPr>
          </a:p>
          <a:p>
            <a:pPr algn="ctr">
              <a:buNone/>
            </a:pPr>
            <a:r>
              <a:rPr lang="pt-BR" sz="2000" b="1" dirty="0">
                <a:solidFill>
                  <a:srgbClr val="48BB78"/>
                </a:solidFill>
                <a:latin typeface="Cambria Math"/>
              </a:rPr>
              <a:t>V</a:t>
            </a:r>
            <a:r>
              <a:rPr lang="pt-BR" sz="1400" b="1" baseline="-25000" dirty="0">
                <a:solidFill>
                  <a:srgbClr val="48BB78"/>
                </a:solidFill>
                <a:latin typeface="Cambria Math"/>
              </a:rPr>
              <a:t>CC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[R3‖R2 / (R1 + R3‖R2)] × </a:t>
            </a:r>
            <a:r>
              <a:rPr lang="pt-BR" sz="2000" b="1" dirty="0" err="1">
                <a:solidFill>
                  <a:srgbClr val="F0F4F8"/>
                </a:solidFill>
                <a:latin typeface="Cambria Math"/>
              </a:rPr>
              <a:t>Vcc</a:t>
            </a:r>
            <a:endParaRPr lang="pt-BR" sz="2000" b="1" dirty="0">
              <a:solidFill>
                <a:srgbClr val="F0F4F8"/>
              </a:solidFill>
              <a:latin typeface="Cambria Math"/>
            </a:endParaRPr>
          </a:p>
          <a:p>
            <a:pPr algn="ctr">
              <a:buNone/>
            </a:pPr>
            <a:endParaRPr lang="pt-BR" sz="2000" b="1" dirty="0">
              <a:solidFill>
                <a:srgbClr val="F0F4F8"/>
              </a:solidFill>
              <a:latin typeface="Cambria Math"/>
            </a:endParaRPr>
          </a:p>
          <a:p>
            <a:pPr algn="l">
              <a:buNone/>
            </a:pPr>
            <a:r>
              <a:rPr lang="pt-BR" sz="1600" dirty="0">
                <a:solidFill>
                  <a:srgbClr val="A0B4C8"/>
                </a:solidFill>
              </a:rPr>
              <a:t>Este nível DC desloca a senide para que o vale fique próximo de 0V.</a:t>
            </a:r>
          </a:p>
        </p:txBody>
      </p:sp>
      <p:sp>
        <p:nvSpPr>
          <p:cNvPr id="13" name="Step4"/>
          <p:cNvSpPr/>
          <p:nvPr/>
        </p:nvSpPr>
        <p:spPr>
          <a:xfrm>
            <a:off x="5943600" y="3619500"/>
            <a:ext cx="5943600" cy="2827598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F6AD55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6AD55"/>
                </a:solidFill>
              </a:rPr>
              <a:t>ETAPA 4: SAÍDA FINAL COMBINADA</a:t>
            </a:r>
          </a:p>
          <a:p>
            <a:pPr algn="l">
              <a:buNone/>
            </a:pPr>
            <a:endParaRPr lang="pt-BR" sz="2000" spc="300" dirty="0">
              <a:solidFill>
                <a:srgbClr val="F6AD55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F0F4F8"/>
                </a:solidFill>
              </a:rPr>
              <a:t>Superposição: somamos a componente CA atenuada com o offset CC:</a:t>
            </a:r>
          </a:p>
          <a:p>
            <a:pPr algn="l">
              <a:buNone/>
            </a:pPr>
            <a:endParaRPr lang="pt-BR" sz="2000" dirty="0">
              <a:solidFill>
                <a:srgbClr val="F0F4F8"/>
              </a:solidFill>
            </a:endParaRPr>
          </a:p>
          <a:p>
            <a:pPr algn="ctr">
              <a:buNone/>
            </a:pPr>
            <a:r>
              <a:rPr lang="pt-BR" sz="2000" b="1" dirty="0">
                <a:solidFill>
                  <a:srgbClr val="F6AD55"/>
                </a:solidFill>
                <a:latin typeface="Cambria Math"/>
              </a:rPr>
              <a:t>V</a:t>
            </a:r>
            <a:r>
              <a:rPr lang="pt-BR" sz="2000" b="1" baseline="-25000" dirty="0">
                <a:solidFill>
                  <a:srgbClr val="F6AD55"/>
                </a:solidFill>
                <a:latin typeface="Cambria Math"/>
              </a:rPr>
              <a:t>out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V</a:t>
            </a:r>
            <a:r>
              <a:rPr lang="pt-BR" sz="2000" b="1" baseline="-25000" dirty="0">
                <a:solidFill>
                  <a:srgbClr val="F0F4F8"/>
                </a:solidFill>
                <a:latin typeface="Cambria Math"/>
              </a:rPr>
              <a:t>CC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+ G</a:t>
            </a:r>
            <a:r>
              <a:rPr lang="pt-BR" sz="2000" b="1" baseline="-25000" dirty="0">
                <a:solidFill>
                  <a:srgbClr val="F0F4F8"/>
                </a:solidFill>
                <a:latin typeface="Cambria Math"/>
              </a:rPr>
              <a:t>CA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× </a:t>
            </a:r>
            <a:r>
              <a:rPr lang="pt-BR" sz="2000" b="1" dirty="0" err="1">
                <a:solidFill>
                  <a:srgbClr val="F0F4F8"/>
                </a:solidFill>
                <a:latin typeface="Cambria Math"/>
              </a:rPr>
              <a:t>V</a:t>
            </a:r>
            <a:r>
              <a:rPr lang="pt-BR" sz="2000" b="1" baseline="-25000" dirty="0" err="1">
                <a:solidFill>
                  <a:srgbClr val="F0F4F8"/>
                </a:solidFill>
                <a:latin typeface="Cambria Math"/>
              </a:rPr>
              <a:t>pico</a:t>
            </a:r>
            <a:endParaRPr lang="pt-BR" sz="2000" b="1" baseline="-25000" dirty="0">
              <a:solidFill>
                <a:srgbClr val="F0F4F8"/>
              </a:solidFill>
              <a:latin typeface="Cambria Math"/>
            </a:endParaRPr>
          </a:p>
          <a:p>
            <a:pPr algn="ctr">
              <a:buNone/>
            </a:pPr>
            <a:endParaRPr lang="pt-BR" sz="2000" b="1" baseline="-25000" dirty="0">
              <a:solidFill>
                <a:srgbClr val="F0F4F8"/>
              </a:solidFill>
              <a:latin typeface="Cambria Math"/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Critério: 0 ≤ Vout ≤ 5V para compatibilidade com ADC.</a:t>
            </a:r>
          </a:p>
        </p:txBody>
      </p:sp>
      <p:sp>
        <p:nvSpPr>
          <p:cNvPr id="30" name="Badge0"/>
          <p:cNvSpPr/>
          <p:nvPr/>
        </p:nvSpPr>
        <p:spPr>
          <a:xfrm>
            <a:off x="45720" y="853440"/>
            <a:ext cx="365760" cy="365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Badge1"/>
          <p:cNvSpPr/>
          <p:nvPr/>
        </p:nvSpPr>
        <p:spPr>
          <a:xfrm>
            <a:off x="4160520" y="853440"/>
            <a:ext cx="365760" cy="3657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Badge2"/>
          <p:cNvSpPr/>
          <p:nvPr/>
        </p:nvSpPr>
        <p:spPr>
          <a:xfrm>
            <a:off x="45720" y="3482340"/>
            <a:ext cx="365760" cy="365760"/>
          </a:xfrm>
          <a:prstGeom prst="ellipse">
            <a:avLst/>
          </a:prstGeom>
          <a:solidFill>
            <a:srgbClr val="48BB78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Badge3"/>
          <p:cNvSpPr/>
          <p:nvPr/>
        </p:nvSpPr>
        <p:spPr>
          <a:xfrm>
            <a:off x="5760720" y="3482340"/>
            <a:ext cx="365760" cy="365760"/>
          </a:xfrm>
          <a:prstGeom prst="ellipse">
            <a:avLst/>
          </a:prstGeom>
          <a:solidFill>
            <a:srgbClr val="F6AD55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23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2B91C-02B4-E032-1B55-4FE2067F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Estratégia Computacional</a:t>
            </a:r>
          </a:p>
        </p:txBody>
      </p:sp>
      <p:sp>
        <p:nvSpPr>
          <p:cNvPr id="20" name="Step1"/>
          <p:cNvSpPr/>
          <p:nvPr/>
        </p:nvSpPr>
        <p:spPr>
          <a:xfrm>
            <a:off x="4572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00B4D8">
                    <a:alpha val="30000"/>
                  </a:srgbClr>
                </a:solidFill>
              </a:rPr>
              <a:t>01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Definir Parâmetros</a:t>
            </a:r>
          </a:p>
          <a:p>
            <a:pPr algn="l">
              <a:buNone/>
            </a:pPr>
            <a:endParaRPr lang="pt-BR" sz="18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Faixa de saída, tensão de entrada RMS e número de tentativas</a:t>
            </a:r>
          </a:p>
        </p:txBody>
      </p:sp>
      <p:sp>
        <p:nvSpPr>
          <p:cNvPr id="30" name="Accent1"/>
          <p:cNvSpPr/>
          <p:nvPr/>
        </p:nvSpPr>
        <p:spPr>
          <a:xfrm>
            <a:off x="4572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Step2"/>
          <p:cNvSpPr/>
          <p:nvPr/>
        </p:nvSpPr>
        <p:spPr>
          <a:xfrm>
            <a:off x="32004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667EEA">
                    <a:alpha val="30000"/>
                  </a:srgbClr>
                </a:solidFill>
              </a:rPr>
              <a:t>02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Gerar Resistores</a:t>
            </a:r>
          </a:p>
          <a:p>
            <a:pPr algn="l">
              <a:buNone/>
            </a:pPr>
            <a:endParaRPr lang="pt-BR" sz="18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Lista de valores comerciais a partir de série base × décadas</a:t>
            </a:r>
          </a:p>
        </p:txBody>
      </p:sp>
      <p:sp>
        <p:nvSpPr>
          <p:cNvPr id="31" name="Accent2"/>
          <p:cNvSpPr/>
          <p:nvPr/>
        </p:nvSpPr>
        <p:spPr>
          <a:xfrm>
            <a:off x="32004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Step3"/>
          <p:cNvSpPr/>
          <p:nvPr/>
        </p:nvSpPr>
        <p:spPr>
          <a:xfrm>
            <a:off x="59436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FF6B35">
                    <a:alpha val="30000"/>
                  </a:srgbClr>
                </a:solidFill>
              </a:rPr>
              <a:t>03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Calcular Ganho</a:t>
            </a:r>
          </a:p>
          <a:p>
            <a:pPr algn="l">
              <a:buNone/>
            </a:pPr>
            <a:endParaRPr lang="pt-BR" sz="18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Ganho CA, offset CC e saída final para cada combinação</a:t>
            </a:r>
          </a:p>
        </p:txBody>
      </p:sp>
      <p:sp>
        <p:nvSpPr>
          <p:cNvPr id="32" name="Accent3"/>
          <p:cNvSpPr/>
          <p:nvPr/>
        </p:nvSpPr>
        <p:spPr>
          <a:xfrm>
            <a:off x="59436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Step4"/>
          <p:cNvSpPr/>
          <p:nvPr/>
        </p:nvSpPr>
        <p:spPr>
          <a:xfrm>
            <a:off x="86868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48BB78">
                    <a:alpha val="30000"/>
                  </a:srgbClr>
                </a:solidFill>
              </a:rPr>
              <a:t>04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Filtrar Circuitos</a:t>
            </a:r>
          </a:p>
          <a:p>
            <a:pPr algn="l">
              <a:buNone/>
            </a:pPr>
            <a:endParaRPr lang="pt-BR" sz="20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Validar por critérios elétricos e faixa de operação</a:t>
            </a:r>
          </a:p>
        </p:txBody>
      </p:sp>
      <p:sp>
        <p:nvSpPr>
          <p:cNvPr id="33" name="Accent4"/>
          <p:cNvSpPr/>
          <p:nvPr/>
        </p:nvSpPr>
        <p:spPr>
          <a:xfrm>
            <a:off x="86868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" name="ConnArrow0"/>
          <p:cNvSpPr/>
          <p:nvPr/>
        </p:nvSpPr>
        <p:spPr>
          <a:xfrm>
            <a:off x="2971800" y="30480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4F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" name="ConnArrow1"/>
          <p:cNvSpPr/>
          <p:nvPr/>
        </p:nvSpPr>
        <p:spPr>
          <a:xfrm>
            <a:off x="5715000" y="30480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4F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ConnArrow2"/>
          <p:cNvSpPr/>
          <p:nvPr/>
        </p:nvSpPr>
        <p:spPr>
          <a:xfrm>
            <a:off x="8458200" y="30480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4F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" name="Subtitle"/>
          <p:cNvSpPr txBox="1"/>
          <p:nvPr/>
        </p:nvSpPr>
        <p:spPr>
          <a:xfrm>
            <a:off x="838200" y="546100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400" dirty="0">
                <a:solidFill>
                  <a:srgbClr val="A0B4C8"/>
                </a:solidFill>
              </a:rPr>
              <a:t>Notebook estruturado para conversão em slides via </a:t>
            </a:r>
            <a:r>
              <a:rPr lang="pt-BR" sz="1400" dirty="0">
                <a:solidFill>
                  <a:srgbClr val="00B4D8"/>
                </a:solidFill>
                <a:latin typeface="Consolas"/>
              </a:rPr>
              <a:t>nbconvert --to slides</a:t>
            </a:r>
          </a:p>
        </p:txBody>
      </p:sp>
      <p:pic>
        <p:nvPicPr>
          <p:cNvPr id="51" name="Graphic 51" descr="Strategy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7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40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EA8B7-D407-53E0-19FD-45810A04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Fluxograma do Algoritmo de Busca</a:t>
            </a:r>
          </a:p>
        </p:txBody>
      </p:sp>
      <p:sp>
        <p:nvSpPr>
          <p:cNvPr id="10" name="Start"/>
          <p:cNvSpPr/>
          <p:nvPr/>
        </p:nvSpPr>
        <p:spPr>
          <a:xfrm>
            <a:off x="4065866" y="1037589"/>
            <a:ext cx="3154679" cy="525780"/>
          </a:xfrm>
          <a:prstGeom prst="flowChartTerminator">
            <a:avLst/>
          </a:prstGeom>
          <a:solidFill>
            <a:srgbClr val="00B4D8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INÍCIO
i = 0, max_tentativas = 8000</a:t>
            </a:r>
          </a:p>
        </p:txBody>
      </p:sp>
      <p:sp>
        <p:nvSpPr>
          <p:cNvPr id="20" name="Arr1"/>
          <p:cNvSpPr/>
          <p:nvPr/>
        </p:nvSpPr>
        <p:spPr>
          <a:xfrm>
            <a:off x="5538050" y="1563370"/>
            <a:ext cx="210311" cy="262890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LoopChk"/>
          <p:cNvSpPr/>
          <p:nvPr/>
        </p:nvSpPr>
        <p:spPr>
          <a:xfrm>
            <a:off x="3553428" y="1826259"/>
            <a:ext cx="4236244" cy="841247"/>
          </a:xfrm>
          <a:prstGeom prst="flowChartDecision">
            <a:avLst/>
          </a:prstGeom>
          <a:solidFill>
            <a:srgbClr val="0A3D5C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6B35"/>
                </a:solidFill>
              </a:rPr>
              <a:t>i &lt; max_tentativas?</a:t>
            </a:r>
          </a:p>
        </p:txBody>
      </p:sp>
      <p:sp>
        <p:nvSpPr>
          <p:cNvPr id="21" name="ArrSim"/>
          <p:cNvSpPr/>
          <p:nvPr/>
        </p:nvSpPr>
        <p:spPr>
          <a:xfrm>
            <a:off x="5561198" y="2667506"/>
            <a:ext cx="210311" cy="262890"/>
          </a:xfrm>
          <a:prstGeom prst="downArrow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" name="SimLbl"/>
          <p:cNvSpPr/>
          <p:nvPr/>
        </p:nvSpPr>
        <p:spPr>
          <a:xfrm>
            <a:off x="5824088" y="2667506"/>
            <a:ext cx="630936" cy="26289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SIM</a:t>
            </a:r>
          </a:p>
        </p:txBody>
      </p:sp>
      <p:sp>
        <p:nvSpPr>
          <p:cNvPr id="12" name="Sort"/>
          <p:cNvSpPr/>
          <p:nvPr/>
        </p:nvSpPr>
        <p:spPr>
          <a:xfrm>
            <a:off x="4089014" y="2930396"/>
            <a:ext cx="3154679" cy="525780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0F4F8"/>
                </a:solidFill>
              </a:rPr>
              <a:t>Sortear R1, R2, R3
(resistores comerciais)</a:t>
            </a:r>
          </a:p>
        </p:txBody>
      </p:sp>
      <p:sp>
        <p:nvSpPr>
          <p:cNvPr id="22" name="Arr2"/>
          <p:cNvSpPr/>
          <p:nvPr/>
        </p:nvSpPr>
        <p:spPr>
          <a:xfrm>
            <a:off x="5561198" y="3456177"/>
            <a:ext cx="210311" cy="210311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Calc"/>
          <p:cNvSpPr/>
          <p:nvPr/>
        </p:nvSpPr>
        <p:spPr>
          <a:xfrm>
            <a:off x="4089014" y="3666489"/>
            <a:ext cx="3154679" cy="525780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0F4F8"/>
                </a:solidFill>
              </a:rPr>
              <a:t>Calcular ganho CA,
offset CC, Vout</a:t>
            </a:r>
          </a:p>
        </p:txBody>
      </p:sp>
      <p:sp>
        <p:nvSpPr>
          <p:cNvPr id="23" name="Arr3"/>
          <p:cNvSpPr/>
          <p:nvPr/>
        </p:nvSpPr>
        <p:spPr>
          <a:xfrm>
            <a:off x="5561198" y="4192268"/>
            <a:ext cx="210311" cy="210311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Valid"/>
          <p:cNvSpPr/>
          <p:nvPr/>
        </p:nvSpPr>
        <p:spPr>
          <a:xfrm>
            <a:off x="3785905" y="4406038"/>
            <a:ext cx="3773257" cy="841247"/>
          </a:xfrm>
          <a:prstGeom prst="flowChartDecision">
            <a:avLst/>
          </a:prstGeom>
          <a:solidFill>
            <a:srgbClr val="0A3D5C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48BB78"/>
                </a:solidFill>
              </a:rPr>
              <a:t>circuito_valido()?</a:t>
            </a:r>
          </a:p>
        </p:txBody>
      </p:sp>
      <p:sp>
        <p:nvSpPr>
          <p:cNvPr id="24" name="ArrVal"/>
          <p:cNvSpPr/>
          <p:nvPr/>
        </p:nvSpPr>
        <p:spPr>
          <a:xfrm>
            <a:off x="5561198" y="5243829"/>
            <a:ext cx="210311" cy="210311"/>
          </a:xfrm>
          <a:prstGeom prst="downArrow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SimLbl2"/>
          <p:cNvSpPr/>
          <p:nvPr/>
        </p:nvSpPr>
        <p:spPr>
          <a:xfrm>
            <a:off x="5824088" y="5243829"/>
            <a:ext cx="630936" cy="210311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SIM</a:t>
            </a:r>
          </a:p>
        </p:txBody>
      </p:sp>
      <p:sp>
        <p:nvSpPr>
          <p:cNvPr id="15" name="Store"/>
          <p:cNvSpPr/>
          <p:nvPr/>
        </p:nvSpPr>
        <p:spPr>
          <a:xfrm>
            <a:off x="4089014" y="5454140"/>
            <a:ext cx="3154679" cy="525780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F6AD5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0F4F8"/>
                </a:solidFill>
              </a:rPr>
              <a:t>Armazenar em
circuitos_encontrados[]</a:t>
            </a:r>
          </a:p>
        </p:txBody>
      </p:sp>
      <p:sp>
        <p:nvSpPr>
          <p:cNvPr id="25" name="Arr4"/>
          <p:cNvSpPr/>
          <p:nvPr/>
        </p:nvSpPr>
        <p:spPr>
          <a:xfrm>
            <a:off x="5561198" y="5979920"/>
            <a:ext cx="210311" cy="210311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Inc"/>
          <p:cNvSpPr/>
          <p:nvPr/>
        </p:nvSpPr>
        <p:spPr>
          <a:xfrm>
            <a:off x="4089014" y="6190232"/>
            <a:ext cx="3154679" cy="420623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667EE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667EEA"/>
                </a:solidFill>
              </a:rPr>
              <a:t>i = i + 1</a:t>
            </a:r>
          </a:p>
        </p:txBody>
      </p:sp>
      <p:sp>
        <p:nvSpPr>
          <p:cNvPr id="26" name="LoopBack"/>
          <p:cNvSpPr/>
          <p:nvPr/>
        </p:nvSpPr>
        <p:spPr>
          <a:xfrm>
            <a:off x="7401428" y="6190232"/>
            <a:ext cx="315468" cy="42062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800" dirty="0">
                <a:solidFill>
                  <a:srgbClr val="A0B4C8"/>
                </a:solidFill>
              </a:rPr>
              <a:t>↺</a:t>
            </a:r>
          </a:p>
        </p:txBody>
      </p:sp>
      <p:sp>
        <p:nvSpPr>
          <p:cNvPr id="62" name="NaoLbl"/>
          <p:cNvSpPr/>
          <p:nvPr/>
        </p:nvSpPr>
        <p:spPr>
          <a:xfrm>
            <a:off x="7842250" y="1826259"/>
            <a:ext cx="630936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C8181"/>
                </a:solidFill>
              </a:rPr>
              <a:t>NÃO</a:t>
            </a:r>
          </a:p>
        </p:txBody>
      </p:sp>
      <p:sp>
        <p:nvSpPr>
          <p:cNvPr id="27" name="ArrEnd"/>
          <p:cNvSpPr/>
          <p:nvPr/>
        </p:nvSpPr>
        <p:spPr>
          <a:xfrm>
            <a:off x="7913199" y="2128788"/>
            <a:ext cx="420623" cy="262890"/>
          </a:xfrm>
          <a:prstGeom prst="rightArrow">
            <a:avLst/>
          </a:prstGeom>
          <a:solidFill>
            <a:srgbClr val="FC818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End"/>
          <p:cNvSpPr/>
          <p:nvPr/>
        </p:nvSpPr>
        <p:spPr>
          <a:xfrm>
            <a:off x="8404771" y="1864947"/>
            <a:ext cx="2628899" cy="841247"/>
          </a:xfrm>
          <a:prstGeom prst="flowChartTerminator">
            <a:avLst/>
          </a:prstGeom>
          <a:solidFill>
            <a:srgbClr val="FC8181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FIM
Ordenar DataFrame
por Vout_max</a:t>
            </a:r>
          </a:p>
        </p:txBody>
      </p:sp>
      <p:sp>
        <p:nvSpPr>
          <p:cNvPr id="63" name="NaoLbl2"/>
          <p:cNvSpPr/>
          <p:nvPr/>
        </p:nvSpPr>
        <p:spPr>
          <a:xfrm>
            <a:off x="7666054" y="4387268"/>
            <a:ext cx="630936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C8181"/>
                </a:solidFill>
              </a:rPr>
              <a:t>NÃO</a:t>
            </a:r>
          </a:p>
        </p:txBody>
      </p:sp>
      <p:sp>
        <p:nvSpPr>
          <p:cNvPr id="28" name="ArrSkip"/>
          <p:cNvSpPr/>
          <p:nvPr/>
        </p:nvSpPr>
        <p:spPr>
          <a:xfrm>
            <a:off x="7842250" y="4716274"/>
            <a:ext cx="315468" cy="210311"/>
          </a:xfrm>
          <a:prstGeom prst="rightArrow">
            <a:avLst/>
          </a:prstGeom>
          <a:solidFill>
            <a:srgbClr val="FC818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SkipLbl"/>
          <p:cNvSpPr/>
          <p:nvPr/>
        </p:nvSpPr>
        <p:spPr>
          <a:xfrm>
            <a:off x="8333822" y="4379516"/>
            <a:ext cx="1993419" cy="64643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dirty="0">
                <a:solidFill>
                  <a:srgbClr val="A0B4C8"/>
                </a:solidFill>
              </a:rPr>
              <a:t>Descartar
combinação</a:t>
            </a:r>
          </a:p>
        </p:txBody>
      </p:sp>
      <p:pic>
        <p:nvPicPr>
          <p:cNvPr id="65" name="Graphic 65" descr="Flowchart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254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0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60" grpId="0"/>
      <p:bldP spid="12" grpId="0" animBg="1"/>
      <p:bldP spid="22" grpId="0" animBg="1"/>
      <p:bldP spid="13" grpId="0" animBg="1"/>
      <p:bldP spid="23" grpId="0" animBg="1"/>
      <p:bldP spid="14" grpId="0" animBg="1"/>
      <p:bldP spid="24" grpId="0" animBg="1"/>
      <p:bldP spid="61" grpId="0"/>
      <p:bldP spid="15" grpId="0" animBg="1"/>
      <p:bldP spid="25" grpId="0" animBg="1"/>
      <p:bldP spid="16" grpId="0" animBg="1"/>
      <p:bldP spid="26" grpId="0"/>
      <p:bldP spid="62" grpId="0"/>
      <p:bldP spid="27" grpId="0" animBg="1"/>
      <p:bldP spid="17" grpId="0" animBg="1"/>
      <p:bldP spid="63" grpId="0"/>
      <p:bldP spid="28" grpId="0" animBg="1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4CB50-3C4C-9942-B707-1424C2AB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Arquitetura do Software</a:t>
            </a:r>
          </a:p>
        </p:txBody>
      </p:sp>
      <p:sp>
        <p:nvSpPr>
          <p:cNvPr id="10" name="L1BG"/>
          <p:cNvSpPr/>
          <p:nvPr/>
        </p:nvSpPr>
        <p:spPr>
          <a:xfrm>
            <a:off x="228600" y="914400"/>
            <a:ext cx="11430000" cy="1143000"/>
          </a:xfrm>
          <a:prstGeom prst="roundRect">
            <a:avLst/>
          </a:prstGeom>
          <a:solidFill>
            <a:srgbClr val="0A3D5C"/>
          </a:solidFill>
          <a:ln w="19050">
            <a:solidFill>
              <a:srgbClr val="00B4D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0" name="L2BG"/>
          <p:cNvSpPr/>
          <p:nvPr/>
        </p:nvSpPr>
        <p:spPr>
          <a:xfrm>
            <a:off x="228600" y="2286000"/>
            <a:ext cx="11430000" cy="228600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0" name="L3BG"/>
          <p:cNvSpPr/>
          <p:nvPr/>
        </p:nvSpPr>
        <p:spPr>
          <a:xfrm>
            <a:off x="228600" y="4800600"/>
            <a:ext cx="11430000" cy="1143000"/>
          </a:xfrm>
          <a:prstGeom prst="roundRect">
            <a:avLst/>
          </a:prstGeom>
          <a:solidFill>
            <a:srgbClr val="0A3D20"/>
          </a:solidFill>
          <a:ln w="19050">
            <a:solidFill>
              <a:srgbClr val="48BB7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L1Lbl"/>
          <p:cNvSpPr/>
          <p:nvPr/>
        </p:nvSpPr>
        <p:spPr>
          <a:xfrm>
            <a:off x="274320" y="1207546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ENTRADA
Parâmetros</a:t>
            </a:r>
          </a:p>
        </p:txBody>
      </p:sp>
      <p:sp>
        <p:nvSpPr>
          <p:cNvPr id="41" name="L2Lbl"/>
          <p:cNvSpPr/>
          <p:nvPr/>
        </p:nvSpPr>
        <p:spPr>
          <a:xfrm>
            <a:off x="228600" y="3173506"/>
            <a:ext cx="182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6B35"/>
                </a:solidFill>
              </a:rPr>
              <a:t>PROCESSAMENTO
Funções Core</a:t>
            </a:r>
          </a:p>
        </p:txBody>
      </p:sp>
      <p:sp>
        <p:nvSpPr>
          <p:cNvPr id="81" name="L3Lbl"/>
          <p:cNvSpPr/>
          <p:nvPr/>
        </p:nvSpPr>
        <p:spPr>
          <a:xfrm>
            <a:off x="228600" y="5128708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SAÍDA
Resultados</a:t>
            </a:r>
          </a:p>
        </p:txBody>
      </p:sp>
      <p:sp>
        <p:nvSpPr>
          <p:cNvPr id="20" name="In0"/>
          <p:cNvSpPr/>
          <p:nvPr/>
        </p:nvSpPr>
        <p:spPr>
          <a:xfrm>
            <a:off x="1981200" y="1028700"/>
            <a:ext cx="27432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entrada_rms = 220.0
saida_desejada = [5.0, 0.0]</a:t>
            </a:r>
          </a:p>
        </p:txBody>
      </p:sp>
      <p:sp>
        <p:nvSpPr>
          <p:cNvPr id="21" name="In1"/>
          <p:cNvSpPr/>
          <p:nvPr/>
        </p:nvSpPr>
        <p:spPr>
          <a:xfrm>
            <a:off x="4953000" y="1028700"/>
            <a:ext cx="27432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max_tentativas = 8000
random.seed(42)</a:t>
            </a:r>
          </a:p>
        </p:txBody>
      </p:sp>
      <p:sp>
        <p:nvSpPr>
          <p:cNvPr id="22" name="In2"/>
          <p:cNvSpPr/>
          <p:nvPr/>
        </p:nvSpPr>
        <p:spPr>
          <a:xfrm>
            <a:off x="7924800" y="1028700"/>
            <a:ext cx="34290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resistores_comerciais[]
161 valores (E24 × décadas)</a:t>
            </a:r>
          </a:p>
        </p:txBody>
      </p:sp>
      <p:sp>
        <p:nvSpPr>
          <p:cNvPr id="30" name="ArrD"/>
          <p:cNvSpPr/>
          <p:nvPr/>
        </p:nvSpPr>
        <p:spPr>
          <a:xfrm>
            <a:off x="5486400" y="1905000"/>
            <a:ext cx="274320" cy="381000"/>
          </a:xfrm>
          <a:prstGeom prst="downArrow">
            <a:avLst/>
          </a:prstGeom>
          <a:solidFill>
            <a:srgbClr val="A0B4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" name="Fn0"/>
          <p:cNvSpPr/>
          <p:nvPr/>
        </p:nvSpPr>
        <p:spPr>
          <a:xfrm>
            <a:off x="2057400" y="2514600"/>
            <a:ext cx="22860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667EE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667EEA"/>
                </a:solidFill>
              </a:rPr>
              <a:t>gerar_resistores()
Série base × décadas</a:t>
            </a:r>
          </a:p>
        </p:txBody>
      </p:sp>
      <p:sp>
        <p:nvSpPr>
          <p:cNvPr id="51" name="Fn1"/>
          <p:cNvSpPr/>
          <p:nvPr/>
        </p:nvSpPr>
        <p:spPr>
          <a:xfrm>
            <a:off x="4572000" y="2514600"/>
            <a:ext cx="22860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FF6B35"/>
                </a:solidFill>
              </a:rPr>
              <a:t>calcular_ganho_ca()
R1‖R2 / (R3 + R1‖R2)</a:t>
            </a:r>
          </a:p>
        </p:txBody>
      </p:sp>
      <p:sp>
        <p:nvSpPr>
          <p:cNvPr id="52" name="Fn2"/>
          <p:cNvSpPr/>
          <p:nvPr/>
        </p:nvSpPr>
        <p:spPr>
          <a:xfrm>
            <a:off x="7086600" y="2514600"/>
            <a:ext cx="22860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48BB78"/>
                </a:solidFill>
              </a:rPr>
              <a:t>calcular_offset_cc()
(R3‖R2 / (R1+R3‖R2)) × Vcc</a:t>
            </a:r>
          </a:p>
        </p:txBody>
      </p:sp>
      <p:sp>
        <p:nvSpPr>
          <p:cNvPr id="53" name="Fn3"/>
          <p:cNvSpPr/>
          <p:nvPr/>
        </p:nvSpPr>
        <p:spPr>
          <a:xfrm>
            <a:off x="9601200" y="2514600"/>
            <a:ext cx="18288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F6AD5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F6AD55"/>
                </a:solidFill>
              </a:rPr>
              <a:t>circuito_valido()
5 critérios</a:t>
            </a:r>
          </a:p>
        </p:txBody>
      </p:sp>
      <p:sp>
        <p:nvSpPr>
          <p:cNvPr id="60" name="FA0"/>
          <p:cNvSpPr/>
          <p:nvPr/>
        </p:nvSpPr>
        <p:spPr>
          <a:xfrm>
            <a:off x="4343400" y="2834640"/>
            <a:ext cx="228600" cy="182880"/>
          </a:xfrm>
          <a:prstGeom prst="rightArrow">
            <a:avLst/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FA1"/>
          <p:cNvSpPr/>
          <p:nvPr/>
        </p:nvSpPr>
        <p:spPr>
          <a:xfrm>
            <a:off x="6858000" y="2834640"/>
            <a:ext cx="228600" cy="18288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2" name="FA2"/>
          <p:cNvSpPr/>
          <p:nvPr/>
        </p:nvSpPr>
        <p:spPr>
          <a:xfrm>
            <a:off x="9372600" y="2834640"/>
            <a:ext cx="228600" cy="182880"/>
          </a:xfrm>
          <a:prstGeom prst="rightArrow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5" name="Loop"/>
          <p:cNvSpPr/>
          <p:nvPr/>
        </p:nvSpPr>
        <p:spPr>
          <a:xfrm>
            <a:off x="2057400" y="3566160"/>
            <a:ext cx="9372600" cy="548640"/>
          </a:xfrm>
          <a:prstGeom prst="roundRect">
            <a:avLst/>
          </a:prstGeom>
          <a:noFill/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dirty="0">
                <a:solidFill>
                  <a:srgbClr val="FF6B35"/>
                </a:solidFill>
              </a:rPr>
              <a:t>Loop: 8000 iterações — sorteio aleatório (Monte Carlo) com seed para reprodutibilidade</a:t>
            </a:r>
          </a:p>
        </p:txBody>
      </p:sp>
      <p:sp>
        <p:nvSpPr>
          <p:cNvPr id="31" name="ArrD2"/>
          <p:cNvSpPr/>
          <p:nvPr/>
        </p:nvSpPr>
        <p:spPr>
          <a:xfrm>
            <a:off x="5486400" y="4343400"/>
            <a:ext cx="274320" cy="457200"/>
          </a:xfrm>
          <a:prstGeom prst="downArrow">
            <a:avLst/>
          </a:prstGeom>
          <a:solidFill>
            <a:srgbClr val="A0B4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" name="Out0"/>
          <p:cNvSpPr/>
          <p:nvPr/>
        </p:nvSpPr>
        <p:spPr>
          <a:xfrm>
            <a:off x="2057400" y="4914900"/>
            <a:ext cx="34290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pd.DataFrame()
circuitos_encontrados</a:t>
            </a:r>
          </a:p>
        </p:txBody>
      </p:sp>
      <p:sp>
        <p:nvSpPr>
          <p:cNvPr id="91" name="Out1"/>
          <p:cNvSpPr/>
          <p:nvPr/>
        </p:nvSpPr>
        <p:spPr>
          <a:xfrm>
            <a:off x="5715000" y="4914900"/>
            <a:ext cx="25146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sort_values()
Vout_max descrescente</a:t>
            </a:r>
          </a:p>
        </p:txBody>
      </p:sp>
      <p:sp>
        <p:nvSpPr>
          <p:cNvPr id="92" name="Out2"/>
          <p:cNvSpPr/>
          <p:nvPr/>
        </p:nvSpPr>
        <p:spPr>
          <a:xfrm>
            <a:off x="8458200" y="4914900"/>
            <a:ext cx="29718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display()
Tabela formatada</a:t>
            </a:r>
          </a:p>
        </p:txBody>
      </p:sp>
    </p:spTree>
    <p:extLst>
      <p:ext uri="{BB962C8B-B14F-4D97-AF65-F5344CB8AC3E}">
        <p14:creationId xmlns:p14="http://schemas.microsoft.com/office/powerpoint/2010/main" val="23022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0" grpId="0" animBg="1"/>
      <p:bldP spid="80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1887E-6CE5-4E5C-E952-4440AD98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 dirty="0"/>
              <a:t>Série E24 — Resistores Comerciais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ACA6A54-6E93-4617-ADDC-199D47E91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313661"/>
              </p:ext>
            </p:extLst>
          </p:nvPr>
        </p:nvGraphicFramePr>
        <p:xfrm>
          <a:off x="254000" y="1117600"/>
          <a:ext cx="5842000" cy="4462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3086721424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21450165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12149102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3749635142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105178067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374082758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4191937047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4028527457"/>
                    </a:ext>
                  </a:extLst>
                </a:gridCol>
              </a:tblGrid>
              <a:tr h="433634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×100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×100k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×1M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46313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498239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150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1.5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150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1.5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44436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22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2.2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2.2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325452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33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330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3.3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330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3.3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697003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47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4.7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4.7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326200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68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680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6.8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680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6.8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0156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8.2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8.2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60069"/>
                  </a:ext>
                </a:extLst>
              </a:tr>
              <a:tr h="43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24840"/>
                  </a:ext>
                </a:extLst>
              </a:tr>
            </a:tbl>
          </a:graphicData>
        </a:graphic>
      </p:graphicFrame>
      <p:sp>
        <p:nvSpPr>
          <p:cNvPr id="100" name="InfoPanel"/>
          <p:cNvSpPr/>
          <p:nvPr/>
        </p:nvSpPr>
        <p:spPr>
          <a:xfrm>
            <a:off x="6223000" y="1117600"/>
            <a:ext cx="5664200" cy="4462802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1400" spc="300" dirty="0">
                <a:solidFill>
                  <a:srgbClr val="00B4D8"/>
                </a:solidFill>
              </a:rPr>
              <a:t>SÉRIE E24 — COMO FUNCIONA</a:t>
            </a:r>
          </a:p>
          <a:p>
            <a:pPr algn="l">
              <a:buNone/>
            </a:pPr>
            <a:endParaRPr lang="pt-BR" sz="1400" spc="300" dirty="0">
              <a:solidFill>
                <a:srgbClr val="00B4D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b="1" dirty="0">
                <a:solidFill>
                  <a:srgbClr val="F0F4F8"/>
                </a:solidFill>
              </a:rPr>
              <a:t>23 valores base </a:t>
            </a:r>
            <a:r>
              <a:rPr lang="pt-BR" sz="1400" dirty="0">
                <a:solidFill>
                  <a:srgbClr val="A0B4C8"/>
                </a:solidFill>
              </a:rPr>
              <a:t>de 10 a 82 (espaçamento logarítmico)</a:t>
            </a:r>
          </a:p>
          <a:p>
            <a:pPr algn="l">
              <a:buFont typeface="Arial"/>
              <a:buChar char="•"/>
            </a:pPr>
            <a:endParaRPr lang="pt-BR" sz="14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b="1" dirty="0">
                <a:solidFill>
                  <a:srgbClr val="F0F4F8"/>
                </a:solidFill>
              </a:rPr>
              <a:t>7 décadas </a:t>
            </a:r>
            <a:r>
              <a:rPr lang="pt-BR" sz="1400" dirty="0">
                <a:solidFill>
                  <a:srgbClr val="A0B4C8"/>
                </a:solidFill>
              </a:rPr>
              <a:t>de ×1 até ×1M (multiplicadores)</a:t>
            </a:r>
          </a:p>
          <a:p>
            <a:pPr algn="l">
              <a:buFont typeface="Arial"/>
              <a:buChar char="•"/>
            </a:pPr>
            <a:endParaRPr lang="pt-BR" sz="1400" b="1" dirty="0">
              <a:solidFill>
                <a:srgbClr val="F6AD55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b="1" dirty="0">
                <a:solidFill>
                  <a:srgbClr val="F6AD55"/>
                </a:solidFill>
              </a:rPr>
              <a:t>Total: 23 × 7 = 161 valores </a:t>
            </a:r>
            <a:r>
              <a:rPr lang="pt-BR" sz="1400" dirty="0">
                <a:solidFill>
                  <a:srgbClr val="A0B4C8"/>
                </a:solidFill>
              </a:rPr>
              <a:t>disponíveis para busca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Tolerância típica: </a:t>
            </a:r>
            <a:r>
              <a:rPr lang="pt-BR" sz="1400" b="1" dirty="0">
                <a:solidFill>
                  <a:srgbClr val="FF6B35"/>
                </a:solidFill>
              </a:rPr>
              <a:t>±5%</a:t>
            </a:r>
          </a:p>
          <a:p>
            <a:pPr algn="l">
              <a:buNone/>
            </a:pPr>
            <a:endParaRPr lang="pt-BR" sz="1400" spc="300" dirty="0">
              <a:solidFill>
                <a:srgbClr val="48BB78"/>
              </a:solidFill>
            </a:endParaRPr>
          </a:p>
          <a:p>
            <a:pPr algn="l">
              <a:buNone/>
            </a:pPr>
            <a:r>
              <a:rPr lang="pt-BR" sz="1400" spc="300" dirty="0">
                <a:solidFill>
                  <a:srgbClr val="48BB78"/>
                </a:solidFill>
              </a:rPr>
              <a:t>POR QUE SÉRIE COMERCIAL?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Resistências com valores arbitrários não existem no mercado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A busca garante que o circuito pode ser montado com peças reais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Valores próximos são cobertos pela tolerância do componente</a:t>
            </a:r>
          </a:p>
        </p:txBody>
      </p:sp>
      <p:sp>
        <p:nvSpPr>
          <p:cNvPr id="101" name="Badge"/>
          <p:cNvSpPr/>
          <p:nvPr/>
        </p:nvSpPr>
        <p:spPr>
          <a:xfrm>
            <a:off x="254000" y="5894444"/>
            <a:ext cx="1158240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F6AD55"/>
            </a:solidFill>
          </a:ln>
        </p:spPr>
        <p:txBody>
          <a:bodyPr wrap="square" lIns="182880" tIns="0" rIns="18288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A0B4C8"/>
                </a:solidFill>
              </a:rPr>
              <a:t>Biblioteca total: </a:t>
            </a:r>
            <a:r>
              <a:rPr lang="pt-BR" sz="1800" b="1" dirty="0">
                <a:solidFill>
                  <a:srgbClr val="F6AD55"/>
                </a:solidFill>
              </a:rPr>
              <a:t>161 resistores </a:t>
            </a:r>
            <a:r>
              <a:rPr lang="pt-BR" sz="1400" dirty="0">
                <a:solidFill>
                  <a:srgbClr val="A0B4C8"/>
                </a:solidFill>
              </a:rPr>
              <a:t>· Faixa: </a:t>
            </a:r>
            <a:r>
              <a:rPr lang="pt-BR" sz="1800" b="1" dirty="0">
                <a:solidFill>
                  <a:srgbClr val="00B4D8"/>
                </a:solidFill>
              </a:rPr>
              <a:t>10Ω a 82MΩ</a:t>
            </a:r>
          </a:p>
        </p:txBody>
      </p:sp>
    </p:spTree>
    <p:extLst>
      <p:ext uri="{BB962C8B-B14F-4D97-AF65-F5344CB8AC3E}">
        <p14:creationId xmlns:p14="http://schemas.microsoft.com/office/powerpoint/2010/main" val="197293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4FE01-3C14-8CEA-17B3-47B60EE0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Implementação em Python</a:t>
            </a:r>
          </a:p>
        </p:txBody>
      </p:sp>
      <p:sp>
        <p:nvSpPr>
          <p:cNvPr id="10" name="CodePanel1"/>
          <p:cNvSpPr/>
          <p:nvPr/>
        </p:nvSpPr>
        <p:spPr>
          <a:xfrm>
            <a:off x="457200" y="1143000"/>
            <a:ext cx="5486400" cy="4826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00B4D8">
                <a:alpha val="3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pc="200" dirty="0">
                <a:solidFill>
                  <a:srgbClr val="00B4D8"/>
                </a:solidFill>
              </a:rPr>
              <a:t># 1) PARÂMETROS DO PROBLEMA</a:t>
            </a:r>
          </a:p>
          <a:p>
            <a:pPr algn="l">
              <a:buNone/>
            </a:pPr>
            <a:endParaRPr lang="pt-BR" spc="2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dirty="0" err="1">
                <a:solidFill>
                  <a:srgbClr val="48BB78"/>
                </a:solidFill>
                <a:latin typeface="Consolas"/>
              </a:rPr>
              <a:t>import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F0F4F8"/>
                </a:solidFill>
                <a:latin typeface="Consolas"/>
              </a:rPr>
              <a:t>math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, </a:t>
            </a:r>
            <a:r>
              <a:rPr lang="pt-BR" dirty="0" err="1">
                <a:solidFill>
                  <a:srgbClr val="F0F4F8"/>
                </a:solidFill>
                <a:latin typeface="Consolas"/>
              </a:rPr>
              <a:t>random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, pandas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as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F0F4F8"/>
                </a:solidFill>
                <a:latin typeface="Consolas"/>
              </a:rPr>
              <a:t>pd</a:t>
            </a:r>
            <a:endParaRPr lang="pt-BR" dirty="0">
              <a:solidFill>
                <a:srgbClr val="F0F4F8"/>
              </a:solidFill>
              <a:latin typeface="Consolas"/>
            </a:endParaRPr>
          </a:p>
          <a:p>
            <a:pPr algn="l">
              <a:buNone/>
            </a:pPr>
            <a:r>
              <a:rPr lang="pt-BR" dirty="0" err="1">
                <a:solidFill>
                  <a:srgbClr val="F0F4F8"/>
                </a:solidFill>
                <a:latin typeface="Consolas"/>
              </a:rPr>
              <a:t>random.seed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(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42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)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saida_desejada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[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5.0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, 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0.0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entrada_rms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220.0</a:t>
            </a:r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max_tentativas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8000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>
                <a:solidFill>
                  <a:srgbClr val="667EEA"/>
                </a:solidFill>
                <a:latin typeface="Consolas"/>
              </a:rPr>
              <a:t># Conversão RMS → pico</a:t>
            </a:r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entrada_pico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[v * </a:t>
            </a:r>
            <a:r>
              <a:rPr lang="pt-BR" dirty="0" err="1">
                <a:solidFill>
                  <a:srgbClr val="A0B4C8"/>
                </a:solidFill>
                <a:latin typeface="Consolas"/>
              </a:rPr>
              <a:t>math.sqrt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(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2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) 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               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v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A0B4C8"/>
                </a:solidFill>
                <a:latin typeface="Consolas"/>
              </a:rPr>
              <a:t>entrada_rms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</p:txBody>
      </p:sp>
      <p:sp>
        <p:nvSpPr>
          <p:cNvPr id="11" name="CodePanel2"/>
          <p:cNvSpPr/>
          <p:nvPr/>
        </p:nvSpPr>
        <p:spPr>
          <a:xfrm>
            <a:off x="6248400" y="1143000"/>
            <a:ext cx="5486400" cy="4826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48BB78">
                <a:alpha val="3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pc="200" dirty="0">
                <a:solidFill>
                  <a:srgbClr val="48BB78"/>
                </a:solidFill>
              </a:rPr>
              <a:t># 3) RESISTORES COMERCIAIS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valores_base = [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10, 11, 12, ... 68, 75, 82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decadas = [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1, 10, 100, 1k, 10k, 100k, 1M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>
                <a:solidFill>
                  <a:srgbClr val="667EEA"/>
                </a:solidFill>
                <a:latin typeface="Consolas"/>
              </a:rPr>
              <a:t># Gera todos os valores</a:t>
            </a:r>
          </a:p>
          <a:p>
            <a:pPr algn="l">
              <a:buNone/>
            </a:pPr>
            <a:r>
              <a:rPr lang="pt-BR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base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valores_base: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 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dec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decadas: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    resistores.append(base*dec)</a:t>
            </a:r>
          </a:p>
        </p:txBody>
      </p:sp>
      <p:sp>
        <p:nvSpPr>
          <p:cNvPr id="12" name="InfoBar"/>
          <p:cNvSpPr txBox="1"/>
          <p:nvPr/>
        </p:nvSpPr>
        <p:spPr>
          <a:xfrm>
            <a:off x="457200" y="6159500"/>
            <a:ext cx="11277600" cy="457200"/>
          </a:xfrm>
          <a:prstGeom prst="rect">
            <a:avLst/>
          </a:prstGeom>
          <a:solidFill>
            <a:srgbClr val="162D4A">
              <a:alpha val="60000"/>
            </a:srgbClr>
          </a:solidFill>
          <a:ln w="0">
            <a:noFill/>
          </a:ln>
        </p:spPr>
        <p:txBody>
          <a:bodyPr wrap="square" lIns="228600" anchor="ctr"/>
          <a:lstStyle/>
          <a:p>
            <a:pPr algn="l">
              <a:buNone/>
            </a:pPr>
            <a:r>
              <a:rPr lang="pt-BR" sz="1400" dirty="0">
                <a:solidFill>
                  <a:srgbClr val="00B4D8"/>
                </a:solidFill>
              </a:rPr>
              <a:t>● </a:t>
            </a:r>
            <a:r>
              <a:rPr lang="pt-BR" sz="1400" dirty="0">
                <a:solidFill>
                  <a:srgbClr val="A0B4C8"/>
                </a:solidFill>
              </a:rPr>
              <a:t>23 valores base × 7 décadas = </a:t>
            </a:r>
            <a:r>
              <a:rPr lang="pt-BR" sz="1400" b="1" dirty="0">
                <a:solidFill>
                  <a:srgbClr val="F0F4F8"/>
                </a:solidFill>
              </a:rPr>
              <a:t>161 resistores comerciais</a:t>
            </a:r>
            <a:r>
              <a:rPr lang="pt-BR" sz="1400" dirty="0">
                <a:solidFill>
                  <a:srgbClr val="A0B4C8"/>
                </a:solidFill>
              </a:rPr>
              <a:t>  disponíveis para a busca aleatória (8.000 tentativas)</a:t>
            </a:r>
          </a:p>
        </p:txBody>
      </p:sp>
    </p:spTree>
    <p:extLst>
      <p:ext uri="{BB962C8B-B14F-4D97-AF65-F5344CB8AC3E}">
        <p14:creationId xmlns:p14="http://schemas.microsoft.com/office/powerpoint/2010/main" val="296070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9D9B0-3C49-BFAC-AEF9-CA2795F7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Funções Auxiliares</a:t>
            </a:r>
          </a:p>
        </p:txBody>
      </p:sp>
      <p:sp>
        <p:nvSpPr>
          <p:cNvPr id="10" name="Fn0"/>
          <p:cNvSpPr/>
          <p:nvPr/>
        </p:nvSpPr>
        <p:spPr>
          <a:xfrm>
            <a:off x="365760" y="1143000"/>
            <a:ext cx="359664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dirty="0">
                <a:solidFill>
                  <a:srgbClr val="00B4D8"/>
                </a:solidFill>
                <a:latin typeface="Consolas"/>
              </a:rPr>
              <a:t>paralelo(r1, r2)</a:t>
            </a:r>
          </a:p>
          <a:p>
            <a:pPr algn="l">
              <a:buNone/>
            </a:pPr>
            <a:r>
              <a:rPr lang="pt-BR" sz="2000" dirty="0">
                <a:solidFill>
                  <a:srgbClr val="F0F4F8"/>
                </a:solidFill>
              </a:rPr>
              <a:t>Equivalente em paralelo de dois resistores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ambria Math"/>
              </a:rPr>
              <a:t>(r1 × r2) / (r1 + r2)</a:t>
            </a:r>
          </a:p>
        </p:txBody>
      </p:sp>
      <p:sp>
        <p:nvSpPr>
          <p:cNvPr id="50" name="FnAcc0"/>
          <p:cNvSpPr/>
          <p:nvPr/>
        </p:nvSpPr>
        <p:spPr>
          <a:xfrm>
            <a:off x="406400" y="114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Fn1"/>
          <p:cNvSpPr/>
          <p:nvPr/>
        </p:nvSpPr>
        <p:spPr>
          <a:xfrm>
            <a:off x="4191000" y="114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667EEA"/>
                </a:solidFill>
                <a:latin typeface="Consolas"/>
              </a:rPr>
              <a:t>calcular_ganho_ca_real()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Ganho CA real do circuito com R1, R2, R3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R1‖R2 / (R3 + R1‖R2)</a:t>
            </a:r>
          </a:p>
        </p:txBody>
      </p:sp>
      <p:sp>
        <p:nvSpPr>
          <p:cNvPr id="51" name="FnAcc1"/>
          <p:cNvSpPr/>
          <p:nvPr/>
        </p:nvSpPr>
        <p:spPr>
          <a:xfrm>
            <a:off x="4191000" y="114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Fn2"/>
          <p:cNvSpPr/>
          <p:nvPr/>
        </p:nvSpPr>
        <p:spPr>
          <a:xfrm>
            <a:off x="7924800" y="114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48BB78"/>
                </a:solidFill>
                <a:latin typeface="Consolas"/>
              </a:rPr>
              <a:t>calcular_offset_cc()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Offset CC na saída do divisor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(R3‖R2 / (R1 + R3‖R2)) × Vcc</a:t>
            </a:r>
          </a:p>
        </p:txBody>
      </p:sp>
      <p:sp>
        <p:nvSpPr>
          <p:cNvPr id="52" name="FnAcc2"/>
          <p:cNvSpPr/>
          <p:nvPr/>
        </p:nvSpPr>
        <p:spPr>
          <a:xfrm>
            <a:off x="7924800" y="114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Fn3"/>
          <p:cNvSpPr/>
          <p:nvPr/>
        </p:nvSpPr>
        <p:spPr>
          <a:xfrm>
            <a:off x="365760" y="3683000"/>
            <a:ext cx="359664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FF6B35"/>
                </a:solidFill>
                <a:latin typeface="Consolas"/>
              </a:rPr>
              <a:t>calcular_ganho_ca_ideal()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Ganho CA ideal de referência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(Vcc/2) / Vpico</a:t>
            </a:r>
          </a:p>
        </p:txBody>
      </p:sp>
      <p:sp>
        <p:nvSpPr>
          <p:cNvPr id="53" name="FnAcc3"/>
          <p:cNvSpPr/>
          <p:nvPr/>
        </p:nvSpPr>
        <p:spPr>
          <a:xfrm>
            <a:off x="396240" y="368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Fn4"/>
          <p:cNvSpPr/>
          <p:nvPr/>
        </p:nvSpPr>
        <p:spPr>
          <a:xfrm>
            <a:off x="4191000" y="368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F6AD55"/>
                </a:solidFill>
                <a:latin typeface="Consolas"/>
              </a:rPr>
              <a:t>calcular_saida_final()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Saída máxima e mínima do circuito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Vcc + ganho × Vpico</a:t>
            </a:r>
          </a:p>
        </p:txBody>
      </p:sp>
      <p:sp>
        <p:nvSpPr>
          <p:cNvPr id="54" name="FnAcc4"/>
          <p:cNvSpPr/>
          <p:nvPr/>
        </p:nvSpPr>
        <p:spPr>
          <a:xfrm>
            <a:off x="4191000" y="368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Fn5"/>
          <p:cNvSpPr/>
          <p:nvPr/>
        </p:nvSpPr>
        <p:spPr>
          <a:xfrm>
            <a:off x="7924800" y="368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FC8181"/>
                </a:solidFill>
                <a:latin typeface="Consolas"/>
              </a:rPr>
              <a:t>circuito_valido()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Verifica critérios de projeto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R3 &lt; 500kΩ, ganho ≤ ideal, ...</a:t>
            </a:r>
          </a:p>
        </p:txBody>
      </p:sp>
      <p:sp>
        <p:nvSpPr>
          <p:cNvPr id="55" name="FnAcc5"/>
          <p:cNvSpPr/>
          <p:nvPr/>
        </p:nvSpPr>
        <p:spPr>
          <a:xfrm>
            <a:off x="7924800" y="368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FC818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0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0" grpId="0" animBg="1"/>
      <p:bldP spid="11" grpId="0" animBg="1"/>
      <p:bldP spid="51" grpId="0" animBg="1"/>
      <p:bldP spid="12" grpId="0" animBg="1"/>
      <p:bldP spid="52" grpId="0" animBg="1"/>
      <p:bldP spid="13" grpId="0" animBg="1"/>
      <p:bldP spid="53" grpId="0" animBg="1"/>
      <p:bldP spid="14" grpId="0" animBg="1"/>
      <p:bldP spid="54" grpId="0" animBg="1"/>
      <p:bldP spid="15" grpId="0" animBg="1"/>
      <p:bldP spid="5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3B79D-FA0C-F319-7345-FA1143A8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Busca Aleatória e Validação</a:t>
            </a:r>
          </a:p>
        </p:txBody>
      </p:sp>
      <p:sp>
        <p:nvSpPr>
          <p:cNvPr id="10" name="AlgoPanel"/>
          <p:cNvSpPr/>
          <p:nvPr/>
        </p:nvSpPr>
        <p:spPr>
          <a:xfrm>
            <a:off x="457200" y="1143000"/>
            <a:ext cx="5486400" cy="508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FF6B35">
                <a:alpha val="30000"/>
              </a:srgbClr>
            </a:solidFill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F6B35"/>
                </a:solidFill>
              </a:rPr>
              <a:t>ALGORITMO DE BUSCA</a:t>
            </a:r>
          </a:p>
          <a:p>
            <a:pPr algn="l">
              <a:buNone/>
            </a:pPr>
            <a:r>
              <a:rPr lang="pt-BR" sz="2000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sz="2000" dirty="0">
                <a:solidFill>
                  <a:srgbClr val="A0B4C8"/>
                </a:solidFill>
                <a:latin typeface="Consolas"/>
              </a:rPr>
              <a:t> _ </a:t>
            </a:r>
            <a:r>
              <a:rPr lang="pt-BR" sz="2000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sz="2000" dirty="0">
                <a:solidFill>
                  <a:srgbClr val="A0B4C8"/>
                </a:solidFill>
                <a:latin typeface="Consolas"/>
              </a:rPr>
              <a:t> range(max_tentativas):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r1 = random.choice(resistores)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r2 = r1  </a:t>
            </a:r>
            <a:r>
              <a:rPr lang="pt-BR" sz="2000" dirty="0">
                <a:solidFill>
                  <a:srgbClr val="667EEA"/>
                </a:solidFill>
                <a:latin typeface="Consolas"/>
              </a:rPr>
              <a:t># R2 = R1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r3 = random.choice(resistores)</a:t>
            </a:r>
          </a:p>
          <a:p>
            <a:pPr algn="l">
              <a:buNone/>
            </a:pPr>
            <a:endParaRPr lang="pt-BR" sz="2000" dirty="0"/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ganho = calcular_ganho_ca_real(...)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offset = calcular_offset_cc(...)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vout = calcular_saida_final(...)</a:t>
            </a:r>
          </a:p>
          <a:p>
            <a:pPr algn="l">
              <a:buNone/>
            </a:pPr>
            <a:endParaRPr lang="pt-BR" sz="2000" dirty="0"/>
          </a:p>
          <a:p>
            <a:pPr algn="l">
              <a:buNone/>
            </a:pPr>
            <a:r>
              <a:rPr lang="pt-BR" sz="2000" dirty="0">
                <a:solidFill>
                  <a:srgbClr val="48BB78"/>
                </a:solidFill>
                <a:latin typeface="Consolas"/>
              </a:rPr>
              <a:t>  if</a:t>
            </a:r>
            <a:r>
              <a:rPr lang="pt-BR" sz="2000" dirty="0">
                <a:solidFill>
                  <a:srgbClr val="A0B4C8"/>
                </a:solidFill>
                <a:latin typeface="Consolas"/>
              </a:rPr>
              <a:t> circuito_valido(...):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  circuitos.append(resultado)</a:t>
            </a:r>
          </a:p>
        </p:txBody>
      </p:sp>
      <p:sp>
        <p:nvSpPr>
          <p:cNvPr id="11" name="ValidPanel"/>
          <p:cNvSpPr/>
          <p:nvPr/>
        </p:nvSpPr>
        <p:spPr>
          <a:xfrm>
            <a:off x="6248400" y="1143000"/>
            <a:ext cx="5486400" cy="50800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48BB78">
                <a:alpha val="30000"/>
              </a:srgbClr>
            </a:solidFill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48BB78"/>
                </a:solidFill>
              </a:rPr>
              <a:t>CRITÉRIOS DE VALIDAÇÃO</a:t>
            </a:r>
          </a:p>
          <a:p>
            <a:pPr algn="l">
              <a:buNone/>
            </a:pPr>
            <a:endParaRPr lang="pt-BR" sz="2000" spc="300" dirty="0">
              <a:solidFill>
                <a:srgbClr val="48BB7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R3 &lt; 500 kΩ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Limitar impedância para viabilidade prática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Corrente &lt; 1 mA na saída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Vmax / (R1 + R2) &lt; 0,001 A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Ganho real ≤ Ganho ideal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Atenuação coerente com a faixa desejada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Vout_max ≥ 90% de 5 V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Garantir aproveitamento da faixa de saída</a:t>
            </a:r>
          </a:p>
        </p:txBody>
      </p:sp>
      <p:pic>
        <p:nvPicPr>
          <p:cNvPr id="12" name="Graphic 12" descr="Validation checklist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9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5F605-D60A-5128-A873-F84052DD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Análise dos Resultados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228600" y="114300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Analysis"/>
          <p:cNvSpPr/>
          <p:nvPr/>
        </p:nvSpPr>
        <p:spPr>
          <a:xfrm>
            <a:off x="7315200" y="634701"/>
            <a:ext cx="4572000" cy="5080299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1400" spc="300" dirty="0">
                <a:solidFill>
                  <a:srgbClr val="FF6B35"/>
                </a:solidFill>
              </a:rPr>
              <a:t>INTERPRETAÇÃO</a:t>
            </a:r>
          </a:p>
          <a:p>
            <a:pPr algn="l">
              <a:buNone/>
            </a:pPr>
            <a:endParaRPr lang="pt-BR" sz="1400" spc="300" dirty="0">
              <a:solidFill>
                <a:srgbClr val="FF6B35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F0F4F8"/>
                </a:solidFill>
              </a:rPr>
              <a:t>R3 menor → maior atenuação → Vout mais próximo de 5V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F0F4F8"/>
                </a:solidFill>
              </a:rPr>
              <a:t>R3 maior → menor ganho → saída mais conservadora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 err="1">
                <a:solidFill>
                  <a:srgbClr val="F0F4F8"/>
                </a:solidFill>
              </a:rPr>
              <a:t>Vout</a:t>
            </a:r>
            <a:r>
              <a:rPr lang="pt-BR" sz="1400" dirty="0">
                <a:solidFill>
                  <a:srgbClr val="F0F4F8"/>
                </a:solidFill>
              </a:rPr>
              <a:t> mínimo ideal ≈ 0V (nunca negativo)</a:t>
            </a:r>
          </a:p>
          <a:p>
            <a:pPr algn="l">
              <a:buNone/>
            </a:pPr>
            <a:endParaRPr lang="pt-BR" sz="1400" spc="300" dirty="0">
              <a:solidFill>
                <a:srgbClr val="48BB78"/>
              </a:solidFill>
            </a:endParaRPr>
          </a:p>
          <a:p>
            <a:r>
              <a:rPr lang="pt-BR" sz="1400" spc="300" dirty="0">
                <a:solidFill>
                  <a:srgbClr val="FF6B35"/>
                </a:solidFill>
              </a:rPr>
              <a:t>CRITÉRIOS DE VALIDAÇÃO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>
                <a:solidFill>
                  <a:srgbClr val="48BB78"/>
                </a:solidFill>
              </a:rPr>
              <a:t>R3 &lt; 500 kΩ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>
                <a:solidFill>
                  <a:srgbClr val="48BB78"/>
                </a:solidFill>
              </a:rPr>
              <a:t>Corrente &lt; 1 mA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>
                <a:solidFill>
                  <a:srgbClr val="48BB78"/>
                </a:solidFill>
              </a:rPr>
              <a:t>Ganho CA real ≤ ideal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 err="1">
                <a:solidFill>
                  <a:srgbClr val="48BB78"/>
                </a:solidFill>
              </a:rPr>
              <a:t>Vout_max</a:t>
            </a:r>
            <a:r>
              <a:rPr lang="pt-BR" sz="1400" dirty="0">
                <a:solidFill>
                  <a:srgbClr val="48BB78"/>
                </a:solidFill>
              </a:rPr>
              <a:t> ≥ 90% de 5V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>
              <a:buFont typeface="Arial"/>
              <a:buChar char="✓"/>
            </a:pPr>
            <a:r>
              <a:rPr lang="pt-BR" sz="1400" dirty="0" err="1">
                <a:solidFill>
                  <a:srgbClr val="48BB78"/>
                </a:solidFill>
              </a:rPr>
              <a:t>Vout_min</a:t>
            </a:r>
            <a:r>
              <a:rPr lang="pt-BR" sz="1400" dirty="0">
                <a:solidFill>
                  <a:srgbClr val="48BB78"/>
                </a:solidFill>
              </a:rPr>
              <a:t> ≤ 4% de 0V</a:t>
            </a:r>
          </a:p>
        </p:txBody>
      </p:sp>
      <p:pic>
        <p:nvPicPr>
          <p:cNvPr id="201" name="Graphic 201" descr="Chart analysis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471" y="2984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1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1" grpId="0">
        <p:bldAsOne/>
      </p:bldGraphic>
      <p:bldP spid="20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788C9-BD7A-95A4-AAAE-660098EC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 dirty="0"/>
              <a:t>Segurança Elétrica e Evolução</a:t>
            </a:r>
          </a:p>
        </p:txBody>
      </p:sp>
      <p:sp>
        <p:nvSpPr>
          <p:cNvPr id="10" name="SafetyCard"/>
          <p:cNvSpPr/>
          <p:nvPr/>
        </p:nvSpPr>
        <p:spPr>
          <a:xfrm>
            <a:off x="228600" y="990600"/>
            <a:ext cx="5715000" cy="48006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C8181"/>
                </a:solidFill>
              </a:rPr>
              <a:t>⚠  SEGURANÇA ELÉTRICA</a:t>
            </a:r>
          </a:p>
          <a:p>
            <a:pPr algn="l">
              <a:buNone/>
            </a:pPr>
            <a:endParaRPr lang="pt-BR" sz="1400" spc="300" dirty="0">
              <a:solidFill>
                <a:srgbClr val="FC8181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Potência dissipada nos resistores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P = V²/R pode exceder a potência nominal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Resistores 1/4W: máx. 250 mW por componente</a:t>
            </a:r>
          </a:p>
          <a:p>
            <a:pPr algn="l">
              <a:buFont typeface="Arial"/>
              <a:buChar char="•"/>
            </a:pPr>
            <a:endParaRPr lang="pt-BR" sz="16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Isolação galvânica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O circuito conecta diretamente à rede elétrica — sem isolamento</a:t>
            </a:r>
          </a:p>
          <a:p>
            <a:pPr algn="l">
              <a:buFont typeface="Arial"/>
              <a:buChar char="•"/>
            </a:pPr>
            <a:endParaRPr lang="pt-BR" sz="16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Proteção contra sobretensão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Considerar diodos de clamping na saída</a:t>
            </a:r>
          </a:p>
          <a:p>
            <a:pPr algn="l">
              <a:buFont typeface="Arial"/>
              <a:buChar char="•"/>
            </a:pPr>
            <a:endParaRPr lang="pt-BR" sz="16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Tolerância dos resistores</a:t>
            </a:r>
          </a:p>
          <a:p>
            <a:pPr algn="l"/>
            <a:endParaRPr lang="pt-BR" sz="1600" b="1" dirty="0">
              <a:solidFill>
                <a:srgbClr val="F0F4F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±5% pode alterar Vout significativamente em faixas críticas</a:t>
            </a:r>
          </a:p>
        </p:txBody>
      </p:sp>
      <p:sp>
        <p:nvSpPr>
          <p:cNvPr id="11" name="EvoCard"/>
          <p:cNvSpPr/>
          <p:nvPr/>
        </p:nvSpPr>
        <p:spPr>
          <a:xfrm>
            <a:off x="6172200" y="990600"/>
            <a:ext cx="5715000" cy="48006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48BB78"/>
                </a:solidFill>
              </a:rPr>
              <a:t>🚀  PRÓXIMOS PASSOS</a:t>
            </a:r>
          </a:p>
          <a:p>
            <a:pPr algn="l">
              <a:buNone/>
            </a:pPr>
            <a:endParaRPr lang="pt-BR" sz="1400" spc="300" dirty="0">
              <a:solidFill>
                <a:srgbClr val="48BB78"/>
              </a:solidFill>
            </a:endParaRPr>
          </a:p>
          <a:p>
            <a:pPr algn="l">
              <a:buFont typeface="Arial"/>
              <a:buChar char="1."/>
            </a:pPr>
            <a:r>
              <a:rPr lang="pt-BR" sz="1600" b="1" dirty="0">
                <a:solidFill>
                  <a:srgbClr val="00B4D8"/>
                </a:solidFill>
              </a:rPr>
              <a:t>Busca exaustiva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Substituir Monte Carlo por varredura completa das combinações (161³ ≈ 4M)</a:t>
            </a:r>
          </a:p>
          <a:p>
            <a:pPr algn="l">
              <a:buFont typeface="Arial"/>
              <a:buChar char="2."/>
            </a:pPr>
            <a:endParaRPr lang="pt-BR" sz="1600" b="1" dirty="0">
              <a:solidFill>
                <a:srgbClr val="FF6B35"/>
              </a:solidFill>
            </a:endParaRPr>
          </a:p>
          <a:p>
            <a:pPr algn="l">
              <a:buFont typeface="Arial"/>
              <a:buChar char="2."/>
            </a:pPr>
            <a:r>
              <a:rPr lang="pt-BR" sz="1600" b="1" dirty="0">
                <a:solidFill>
                  <a:srgbClr val="FF6B35"/>
                </a:solidFill>
              </a:rPr>
              <a:t>Análise de tolerância</a:t>
            </a: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Simular variações de ±5% nos resistores e verificar robustez</a:t>
            </a:r>
          </a:p>
          <a:p>
            <a:pPr algn="l">
              <a:buFont typeface="Arial"/>
              <a:buChar char="3."/>
            </a:pPr>
            <a:endParaRPr lang="pt-BR" sz="1600" b="1" dirty="0">
              <a:solidFill>
                <a:srgbClr val="48BB78"/>
              </a:solidFill>
            </a:endParaRPr>
          </a:p>
          <a:p>
            <a:pPr algn="l">
              <a:buFont typeface="Arial"/>
              <a:buChar char="3."/>
            </a:pPr>
            <a:r>
              <a:rPr lang="pt-BR" sz="1600" b="1" dirty="0">
                <a:solidFill>
                  <a:srgbClr val="48BB78"/>
                </a:solidFill>
              </a:rPr>
              <a:t>Potência dissipada</a:t>
            </a: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Calcular P = V²/R para cada resistor e verificar especificações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4."/>
            </a:pPr>
            <a:r>
              <a:rPr lang="pt-BR" sz="1600" b="1" dirty="0">
                <a:solidFill>
                  <a:srgbClr val="F6AD55"/>
                </a:solidFill>
              </a:rPr>
              <a:t>Custo e disponibilidade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Comparar preços e facilidade de aquisição dos componentes</a:t>
            </a:r>
          </a:p>
          <a:p>
            <a:pPr algn="l">
              <a:buFont typeface="Arial"/>
              <a:buChar char="5."/>
            </a:pPr>
            <a:endParaRPr lang="pt-BR" sz="1600" b="1" dirty="0">
              <a:solidFill>
                <a:srgbClr val="667EEA"/>
              </a:solidFill>
            </a:endParaRPr>
          </a:p>
          <a:p>
            <a:pPr algn="l">
              <a:buFont typeface="Arial"/>
              <a:buChar char="5."/>
            </a:pPr>
            <a:r>
              <a:rPr lang="pt-BR" sz="1600" b="1" dirty="0">
                <a:solidFill>
                  <a:srgbClr val="667EEA"/>
                </a:solidFill>
              </a:rPr>
              <a:t>Simulação SPICE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Validar os melhores circuitos com simulação completa no LTSpice</a:t>
            </a:r>
          </a:p>
        </p:txBody>
      </p:sp>
      <p:pic>
        <p:nvPicPr>
          <p:cNvPr id="12" name="Graphic 12" descr="Shield safety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26356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Tema do Office [1775221958819]">
  <a:themeElements>
    <a:clrScheme name="Office">
      <a:dk1>
        <a:srgbClr val="F0F4F8"/>
      </a:dk1>
      <a:lt1>
        <a:srgbClr val="0F2440"/>
      </a:lt1>
      <a:dk2>
        <a:srgbClr val="0A1929"/>
      </a:dk2>
      <a:lt2>
        <a:srgbClr val="1A3A5C"/>
      </a:lt2>
      <a:accent1>
        <a:srgbClr val="00B4D8"/>
      </a:accent1>
      <a:accent2>
        <a:srgbClr val="FF6B35"/>
      </a:accent2>
      <a:accent3>
        <a:srgbClr val="48BB78"/>
      </a:accent3>
      <a:accent4>
        <a:srgbClr val="667EEA"/>
      </a:accent4>
      <a:accent5>
        <a:srgbClr val="F6AD55"/>
      </a:accent5>
      <a:accent6>
        <a:srgbClr val="FC8181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585CFC-3996-4E29-AB4E-99FC625CB968}">
  <we:reference id="wa200006772" version="1.15.0.0" store="pt-BR" storeType="OMEX"/>
  <we:alternateReferences>
    <we:reference id="wa200006772" version="1.15.0.0" store="WA200006772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5BA3FD7-6A80-4EB7-92AF-24E5D57BEAA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efe250db-2317-4f1f-9475-07814edcfb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1819</Words>
  <Application>Microsoft Office PowerPoint</Application>
  <PresentationFormat>Widescreen</PresentationFormat>
  <Paragraphs>384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Aptos</vt:lpstr>
      <vt:lpstr>Arial</vt:lpstr>
      <vt:lpstr>Cambria Math</vt:lpstr>
      <vt:lpstr>Consolas</vt:lpstr>
      <vt:lpstr>Segoe UI</vt:lpstr>
      <vt:lpstr>Segoe UI Semibold</vt:lpstr>
      <vt:lpstr>Tema do Office [1775221958819]</vt:lpstr>
      <vt:lpstr>Condicionador de Sinais</vt:lpstr>
      <vt:lpstr>Cadeia de Medição</vt:lpstr>
      <vt:lpstr>Contexto do Problema</vt:lpstr>
      <vt:lpstr>Formulação do Problema</vt:lpstr>
      <vt:lpstr>Esquemático do Circuito Condicionador</vt:lpstr>
      <vt:lpstr>Derivação Matemática do Circuito</vt:lpstr>
      <vt:lpstr>Estratégia Computacional</vt:lpstr>
      <vt:lpstr>Fluxograma do Algoritmo de Busca</vt:lpstr>
      <vt:lpstr>Arquitetura do Software</vt:lpstr>
      <vt:lpstr>Série E24 — Resistores Comerciais</vt:lpstr>
      <vt:lpstr>Implementação em Python</vt:lpstr>
      <vt:lpstr>Funções Auxiliares</vt:lpstr>
      <vt:lpstr>Busca Aleatória e Validação</vt:lpstr>
      <vt:lpstr>Análise dos Resultados</vt:lpstr>
      <vt:lpstr>Segurança Elétrica e Evolução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Silva de Morais</dc:creator>
  <cp:lastModifiedBy>Josué Silva de Morais</cp:lastModifiedBy>
  <cp:revision>2</cp:revision>
  <dcterms:created xsi:type="dcterms:W3CDTF">2026-04-03T12:02:48Z</dcterms:created>
  <dcterms:modified xsi:type="dcterms:W3CDTF">2026-04-03T20:15:48Z</dcterms:modified>
</cp:coreProperties>
</file>